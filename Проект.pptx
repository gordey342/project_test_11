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8" r:id="rId3"/>
    <p:sldId id="257" r:id="rId4"/>
    <p:sldId id="259" r:id="rId5"/>
    <p:sldId id="264" r:id="rId6"/>
    <p:sldId id="261" r:id="rId7"/>
    <p:sldId id="256" r:id="rId8"/>
    <p:sldId id="260" r:id="rId9"/>
    <p:sldId id="262" r:id="rId10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ordey I" initials="GI" lastIdx="1" clrIdx="0">
    <p:extLst>
      <p:ext uri="{19B8F6BF-5375-455C-9EA6-DF929625EA0E}">
        <p15:presenceInfo xmlns:p15="http://schemas.microsoft.com/office/powerpoint/2012/main" userId="52d1d6764036fb5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FA7E"/>
    <a:srgbClr val="38C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1T23:26:38.824" idx="1">
    <p:pos x="4487" y="558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598AC-78ED-464E-94BB-75318810D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13E9810-D143-47A1-AC92-00CC765DE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11ACBC-E08B-4BE9-8716-90B6D1728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50C6-28F0-4BBC-9DBF-7EBF25B21315}" type="datetimeFigureOut">
              <a:rPr lang="ru-KZ" smtClean="0"/>
              <a:t>21.04.2026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C7796C-EB72-4086-9CE9-B3E89A65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43A121-28AC-4102-951D-3FCF31892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DB0E-F5D9-4684-B09F-1C6644B433D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8175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0F8E5-0B1C-42AE-8E1B-6E2ADB461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FD2018-64FB-4ED1-8A6F-AF64C8BBD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ACD478-D573-4936-8162-7FA1CB25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50C6-28F0-4BBC-9DBF-7EBF25B21315}" type="datetimeFigureOut">
              <a:rPr lang="ru-KZ" smtClean="0"/>
              <a:t>21.04.2026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14BB4D-E7C7-4713-9F5D-F88E5554A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5161B5-8B34-41DF-BF80-01E1FE974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DB0E-F5D9-4684-B09F-1C6644B433D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2879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13F8EE-3DDC-4473-A614-B56E636C4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2A04EA-82C9-419F-8488-9075E2306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9C78FE-AD2A-4F14-BB00-FF852C7C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50C6-28F0-4BBC-9DBF-7EBF25B21315}" type="datetimeFigureOut">
              <a:rPr lang="ru-KZ" smtClean="0"/>
              <a:t>21.04.2026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59A28C-923E-4C7B-9B57-99534FC9C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E1F2DA-3277-4EFE-92D3-5895AC79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DB0E-F5D9-4684-B09F-1C6644B433D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63028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5F4DD0-3576-4428-97C0-E57B7C370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749495-0635-4D25-BF87-A017FED7E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9011B3-2B43-41B7-B4F1-870E62273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38D3B0-EC40-4E9D-9996-013E57A8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50C6-28F0-4BBC-9DBF-7EBF25B21315}" type="datetimeFigureOut">
              <a:rPr lang="ru-KZ" smtClean="0"/>
              <a:t>21.04.2026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DFF95F-E487-41F1-AA70-9ABBE32FA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CB99F7-0C92-4E7C-84B2-7E00C3C1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DB0E-F5D9-4684-B09F-1C6644B433D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90353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052E9-58B3-435A-8861-3DF1F3945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9E81EA-18C7-4DD1-B484-51F98176E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22F8E1-9477-4A4E-82DC-A15F292ED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B61426F-E002-4F1E-AFE6-2D18FC2C0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77D36C4-F5FE-40E2-8DB7-03354CA969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069589B-8A72-4BC7-BB2F-BB08B66F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50C6-28F0-4BBC-9DBF-7EBF25B21315}" type="datetimeFigureOut">
              <a:rPr lang="ru-KZ" smtClean="0"/>
              <a:t>21.04.2026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C43B7B-04EA-47E7-B5C1-880555506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6903DD6-FFC8-41B2-B6E4-374F5C23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DB0E-F5D9-4684-B09F-1C6644B433D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59967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D4651-35FD-468B-BDE3-5D0032B15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6B3E1F2-285A-4DF9-ACC6-C0275724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50C6-28F0-4BBC-9DBF-7EBF25B21315}" type="datetimeFigureOut">
              <a:rPr lang="ru-KZ" smtClean="0"/>
              <a:t>21.04.2026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00594AB-AAFF-4E21-B198-15B5511B4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6E705F-E5EE-48FD-9733-039DF646C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DB0E-F5D9-4684-B09F-1C6644B433D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55898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4FB6A43-E7DD-4AD0-BDC0-2E4F4FA1E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50C6-28F0-4BBC-9DBF-7EBF25B21315}" type="datetimeFigureOut">
              <a:rPr lang="ru-KZ" smtClean="0"/>
              <a:t>21.04.2026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9254031-9E46-4208-B94C-776332138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7F1697-4376-4243-860F-005071FC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DB0E-F5D9-4684-B09F-1C6644B433D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6308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7E253E-CDB7-43E5-A8AF-B58D53248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8EC9E9-743F-499D-8664-BF690C87B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50996C-9D99-4913-BA8F-39B12AF04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1F96EA-8ED7-4A71-9E13-2A04F2D87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50C6-28F0-4BBC-9DBF-7EBF25B21315}" type="datetimeFigureOut">
              <a:rPr lang="ru-KZ" smtClean="0"/>
              <a:t>21.04.2026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4B4562-FBB4-4D71-AF7E-01855318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CC7210-34C7-4525-9177-429F9D32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DB0E-F5D9-4684-B09F-1C6644B433D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9041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16AE09-E6F1-45F7-A60A-0546FEA6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09903CF-0E34-4272-B2A5-C2E65F4E8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4114AF-3E6B-4DC4-84BF-2495CAEE3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2287BA-3FBC-402C-B9BC-3FAEAEA6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50C6-28F0-4BBC-9DBF-7EBF25B21315}" type="datetimeFigureOut">
              <a:rPr lang="ru-KZ" smtClean="0"/>
              <a:t>21.04.2026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59D355-6F14-426C-973F-D0F994DC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38B35D-859E-40A1-ABDA-35D27897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DB0E-F5D9-4684-B09F-1C6644B433D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67962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D53C10-2ED4-47FE-9CC9-EB3D8412F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DFCD27-082F-4549-B1E4-224EECCFE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F58A11-FD27-4AF4-B3DA-A5A26C2BE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50C6-28F0-4BBC-9DBF-7EBF25B21315}" type="datetimeFigureOut">
              <a:rPr lang="ru-KZ" smtClean="0"/>
              <a:t>21.04.2026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740EEE-2FB2-4A11-B3C3-F7163CA7F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380794-9D05-4755-9964-1FEAFC00C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DB0E-F5D9-4684-B09F-1C6644B433D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85255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4F04F57-363D-4C92-9E43-9BBB0B2B0C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5EE938-5182-4496-B65A-3B968B05E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87F741-8F9A-4D8D-9260-C9855C015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50C6-28F0-4BBC-9DBF-7EBF25B21315}" type="datetimeFigureOut">
              <a:rPr lang="ru-KZ" smtClean="0"/>
              <a:t>21.04.2026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E781CB-E95D-46E8-B017-AB9E6926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AA2069-0FEC-4844-8157-AFE51FCE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DB0E-F5D9-4684-B09F-1C6644B433D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6957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rgbClr val="90FA7E"/>
            </a:gs>
            <a:gs pos="13000">
              <a:srgbClr val="38C9F6"/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B37EB1-470F-4E5A-AB70-293D06BEA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5D418F-7388-4175-A1EE-E3183185C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50886D-F30F-4D88-A840-71FABF172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50C6-28F0-4BBC-9DBF-7EBF25B21315}" type="datetimeFigureOut">
              <a:rPr lang="ru-KZ" smtClean="0"/>
              <a:t>21.04.2026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A986A7-A685-4D1B-B745-621BAE171E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4618E1-072A-4A38-959B-2292681F3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1DB0E-F5D9-4684-B09F-1C6644B433D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05271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88425D-A4A1-4C69-8F0B-5743D2ED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510" y="148557"/>
            <a:ext cx="5706979" cy="1325563"/>
          </a:xfrm>
        </p:spPr>
        <p:txBody>
          <a:bodyPr/>
          <a:lstStyle/>
          <a:p>
            <a:r>
              <a:rPr lang="ru-RU" b="1" i="0" dirty="0">
                <a:effectLst/>
                <a:latin typeface="quote-cjk-patch"/>
              </a:rPr>
              <a:t>Проект: »</a:t>
            </a:r>
            <a:r>
              <a:rPr lang="ru-RU" b="1" i="0" dirty="0" err="1">
                <a:effectLst/>
                <a:latin typeface="quote-cjk-patch"/>
              </a:rPr>
              <a:t>МемоКвик</a:t>
            </a:r>
            <a:r>
              <a:rPr lang="ru-RU" b="1" i="0" dirty="0">
                <a:effectLst/>
                <a:latin typeface="quote-cjk-patch"/>
              </a:rPr>
              <a:t>»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97EFB5-2212-434F-A765-8D05924F2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4562" y="5031584"/>
            <a:ext cx="5545776" cy="22361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Проект выполнял: </a:t>
            </a:r>
          </a:p>
          <a:p>
            <a:pPr marL="0" indent="0">
              <a:buNone/>
            </a:pPr>
            <a:r>
              <a:rPr lang="ru-RU" dirty="0"/>
              <a:t>Иванкин Гордей Алексеевич –ИЭ 72</a:t>
            </a:r>
          </a:p>
          <a:p>
            <a:pPr marL="0" indent="0">
              <a:buNone/>
            </a:pPr>
            <a:r>
              <a:rPr lang="ru-RU" dirty="0"/>
              <a:t>Научный руководитель:</a:t>
            </a:r>
          </a:p>
          <a:p>
            <a:pPr marL="0" indent="0">
              <a:buNone/>
            </a:pPr>
            <a:r>
              <a:rPr lang="ru-RU" dirty="0" err="1"/>
              <a:t>Таилоков</a:t>
            </a:r>
            <a:r>
              <a:rPr lang="ru-RU" dirty="0"/>
              <a:t> Александр Александрович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868201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E23173-64EA-4258-BCF2-A835CD1B8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563" y="-243792"/>
            <a:ext cx="2707105" cy="1325563"/>
          </a:xfrm>
        </p:spPr>
        <p:txBody>
          <a:bodyPr/>
          <a:lstStyle/>
          <a:p>
            <a:r>
              <a:rPr lang="ru-RU" dirty="0"/>
              <a:t>Анализ</a:t>
            </a:r>
            <a:endParaRPr lang="ru-KZ" dirty="0"/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BA1EA291-F9D4-481F-906A-38504DAD994D}"/>
              </a:ext>
            </a:extLst>
          </p:cNvPr>
          <p:cNvSpPr/>
          <p:nvPr/>
        </p:nvSpPr>
        <p:spPr>
          <a:xfrm>
            <a:off x="8239326" y="2660181"/>
            <a:ext cx="1778793" cy="914400"/>
          </a:xfrm>
          <a:custGeom>
            <a:avLst/>
            <a:gdLst/>
            <a:ahLst/>
            <a:cxnLst/>
            <a:rect l="0" t="0" r="0" b="0"/>
            <a:pathLst>
              <a:path w="1778793" h="914400">
                <a:moveTo>
                  <a:pt x="1321593" y="0"/>
                </a:moveTo>
                <a:cubicBezTo>
                  <a:pt x="1574101" y="0"/>
                  <a:pt x="1778793" y="204692"/>
                  <a:pt x="1778793" y="457200"/>
                </a:cubicBezTo>
                <a:cubicBezTo>
                  <a:pt x="1778793" y="709707"/>
                  <a:pt x="1574101" y="914400"/>
                  <a:pt x="1321593" y="914400"/>
                </a:cubicBezTo>
                <a:lnTo>
                  <a:pt x="0" y="914400"/>
                </a:lnTo>
                <a:lnTo>
                  <a:pt x="0" y="0"/>
                </a:lnTo>
                <a:lnTo>
                  <a:pt x="1321593" y="0"/>
                </a:ln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B6E04178-FDD4-49B8-860D-498253F7AF2E}"/>
              </a:ext>
            </a:extLst>
          </p:cNvPr>
          <p:cNvSpPr/>
          <p:nvPr/>
        </p:nvSpPr>
        <p:spPr>
          <a:xfrm>
            <a:off x="8239326" y="2660181"/>
            <a:ext cx="1778793" cy="914400"/>
          </a:xfrm>
          <a:custGeom>
            <a:avLst/>
            <a:gdLst/>
            <a:ahLst/>
            <a:cxnLst/>
            <a:rect l="0" t="0" r="0" b="0"/>
            <a:pathLst>
              <a:path w="1778793" h="914400">
                <a:moveTo>
                  <a:pt x="1321593" y="914400"/>
                </a:moveTo>
                <a:lnTo>
                  <a:pt x="0" y="914400"/>
                </a:lnTo>
                <a:moveTo>
                  <a:pt x="0" y="0"/>
                </a:moveTo>
                <a:lnTo>
                  <a:pt x="1321593" y="0"/>
                </a:lnTo>
                <a:moveTo>
                  <a:pt x="1321593" y="0"/>
                </a:moveTo>
                <a:cubicBezTo>
                  <a:pt x="1574098" y="0"/>
                  <a:pt x="1778793" y="204695"/>
                  <a:pt x="1778793" y="457200"/>
                </a:cubicBezTo>
                <a:cubicBezTo>
                  <a:pt x="1778793" y="709704"/>
                  <a:pt x="1574098" y="914400"/>
                  <a:pt x="1321593" y="914400"/>
                </a:cubicBezTo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50B0D525-FB10-4D03-AECA-11606322A56C}"/>
              </a:ext>
            </a:extLst>
          </p:cNvPr>
          <p:cNvSpPr/>
          <p:nvPr/>
        </p:nvSpPr>
        <p:spPr>
          <a:xfrm>
            <a:off x="6107809" y="1517181"/>
            <a:ext cx="2131514" cy="914400"/>
          </a:xfrm>
          <a:custGeom>
            <a:avLst/>
            <a:gdLst/>
            <a:ahLst/>
            <a:cxnLst/>
            <a:rect l="0" t="0" r="0" b="0"/>
            <a:pathLst>
              <a:path w="2131514" h="914400">
                <a:moveTo>
                  <a:pt x="457200" y="914400"/>
                </a:moveTo>
                <a:cubicBezTo>
                  <a:pt x="204692" y="914400"/>
                  <a:pt x="0" y="709707"/>
                  <a:pt x="0" y="457200"/>
                </a:cubicBezTo>
                <a:cubicBezTo>
                  <a:pt x="0" y="204692"/>
                  <a:pt x="204692" y="0"/>
                  <a:pt x="457200" y="0"/>
                </a:cubicBezTo>
                <a:lnTo>
                  <a:pt x="2131514" y="0"/>
                </a:lnTo>
                <a:lnTo>
                  <a:pt x="2131514" y="914400"/>
                </a:lnTo>
                <a:lnTo>
                  <a:pt x="457200" y="914400"/>
                </a:ln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2135C8EA-400D-4133-8BB8-261B64FD143E}"/>
              </a:ext>
            </a:extLst>
          </p:cNvPr>
          <p:cNvSpPr/>
          <p:nvPr/>
        </p:nvSpPr>
        <p:spPr>
          <a:xfrm>
            <a:off x="6107809" y="1517181"/>
            <a:ext cx="2131516" cy="914400"/>
          </a:xfrm>
          <a:custGeom>
            <a:avLst/>
            <a:gdLst/>
            <a:ahLst/>
            <a:cxnLst/>
            <a:rect l="0" t="0" r="0" b="0"/>
            <a:pathLst>
              <a:path w="2131516" h="914400">
                <a:moveTo>
                  <a:pt x="457200" y="0"/>
                </a:moveTo>
                <a:lnTo>
                  <a:pt x="2131516" y="0"/>
                </a:lnTo>
                <a:moveTo>
                  <a:pt x="2131516" y="914400"/>
                </a:moveTo>
                <a:lnTo>
                  <a:pt x="457200" y="914400"/>
                </a:lnTo>
                <a:moveTo>
                  <a:pt x="457200" y="914400"/>
                </a:moveTo>
                <a:cubicBezTo>
                  <a:pt x="204695" y="914400"/>
                  <a:pt x="0" y="709704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moveTo>
                  <a:pt x="2131516" y="0"/>
                </a:moveTo>
                <a:lnTo>
                  <a:pt x="2131516" y="91440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5C18040C-77F9-4FD8-B4C9-FCFDC1FEF900}"/>
              </a:ext>
            </a:extLst>
          </p:cNvPr>
          <p:cNvSpPr/>
          <p:nvPr/>
        </p:nvSpPr>
        <p:spPr>
          <a:xfrm>
            <a:off x="6691513" y="3803181"/>
            <a:ext cx="1547812" cy="914400"/>
          </a:xfrm>
          <a:custGeom>
            <a:avLst/>
            <a:gdLst/>
            <a:ahLst/>
            <a:cxnLst/>
            <a:rect l="0" t="0" r="0" b="0"/>
            <a:pathLst>
              <a:path w="1547812" h="914400">
                <a:moveTo>
                  <a:pt x="457200" y="914400"/>
                </a:moveTo>
                <a:cubicBezTo>
                  <a:pt x="204692" y="914400"/>
                  <a:pt x="0" y="709707"/>
                  <a:pt x="0" y="457200"/>
                </a:cubicBezTo>
                <a:cubicBezTo>
                  <a:pt x="0" y="204692"/>
                  <a:pt x="204692" y="0"/>
                  <a:pt x="457200" y="0"/>
                </a:cubicBezTo>
                <a:lnTo>
                  <a:pt x="1547812" y="0"/>
                </a:lnTo>
                <a:lnTo>
                  <a:pt x="1547812" y="914400"/>
                </a:lnTo>
                <a:lnTo>
                  <a:pt x="457200" y="914400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BE3D99A4-DD7E-450F-8F13-BB29F7F962AB}"/>
              </a:ext>
            </a:extLst>
          </p:cNvPr>
          <p:cNvSpPr/>
          <p:nvPr/>
        </p:nvSpPr>
        <p:spPr>
          <a:xfrm>
            <a:off x="6691513" y="3803181"/>
            <a:ext cx="1547812" cy="914400"/>
          </a:xfrm>
          <a:custGeom>
            <a:avLst/>
            <a:gdLst/>
            <a:ahLst/>
            <a:cxnLst/>
            <a:rect l="0" t="0" r="0" b="0"/>
            <a:pathLst>
              <a:path w="1547812" h="914400">
                <a:moveTo>
                  <a:pt x="457200" y="0"/>
                </a:moveTo>
                <a:lnTo>
                  <a:pt x="1547812" y="0"/>
                </a:lnTo>
                <a:moveTo>
                  <a:pt x="1547812" y="914400"/>
                </a:moveTo>
                <a:lnTo>
                  <a:pt x="457200" y="914400"/>
                </a:lnTo>
                <a:moveTo>
                  <a:pt x="457200" y="914400"/>
                </a:moveTo>
                <a:cubicBezTo>
                  <a:pt x="204695" y="914400"/>
                  <a:pt x="0" y="709704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moveTo>
                  <a:pt x="1547812" y="0"/>
                </a:moveTo>
                <a:lnTo>
                  <a:pt x="1547812" y="91440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3AE41E5C-6448-4C00-9A51-2C383ABB6309}"/>
              </a:ext>
            </a:extLst>
          </p:cNvPr>
          <p:cNvSpPr/>
          <p:nvPr/>
        </p:nvSpPr>
        <p:spPr>
          <a:xfrm>
            <a:off x="6414988" y="1810074"/>
            <a:ext cx="300042" cy="328612"/>
          </a:xfrm>
          <a:custGeom>
            <a:avLst/>
            <a:gdLst/>
            <a:ahLst/>
            <a:cxnLst/>
            <a:rect l="0" t="0" r="0" b="0"/>
            <a:pathLst>
              <a:path w="300042" h="328612">
                <a:moveTo>
                  <a:pt x="42864" y="328612"/>
                </a:moveTo>
                <a:lnTo>
                  <a:pt x="42864" y="53278"/>
                </a:lnTo>
                <a:moveTo>
                  <a:pt x="85727" y="128587"/>
                </a:moveTo>
                <a:lnTo>
                  <a:pt x="214314" y="128587"/>
                </a:lnTo>
                <a:lnTo>
                  <a:pt x="214314" y="300037"/>
                </a:lnTo>
                <a:lnTo>
                  <a:pt x="85727" y="300037"/>
                </a:lnTo>
                <a:close/>
                <a:moveTo>
                  <a:pt x="128589" y="128587"/>
                </a:moveTo>
                <a:lnTo>
                  <a:pt x="128589" y="300037"/>
                </a:lnTo>
                <a:moveTo>
                  <a:pt x="171452" y="128587"/>
                </a:moveTo>
                <a:lnTo>
                  <a:pt x="171452" y="300037"/>
                </a:lnTo>
                <a:moveTo>
                  <a:pt x="85727" y="185737"/>
                </a:moveTo>
                <a:lnTo>
                  <a:pt x="214314" y="185737"/>
                </a:lnTo>
                <a:moveTo>
                  <a:pt x="85727" y="242887"/>
                </a:moveTo>
                <a:lnTo>
                  <a:pt x="214314" y="242887"/>
                </a:lnTo>
                <a:moveTo>
                  <a:pt x="257177" y="328612"/>
                </a:moveTo>
                <a:lnTo>
                  <a:pt x="257177" y="53278"/>
                </a:lnTo>
                <a:moveTo>
                  <a:pt x="296253" y="34947"/>
                </a:moveTo>
                <a:cubicBezTo>
                  <a:pt x="253450" y="12089"/>
                  <a:pt x="205689" y="89"/>
                  <a:pt x="157164" y="0"/>
                </a:cubicBezTo>
                <a:lnTo>
                  <a:pt x="142877" y="0"/>
                </a:lnTo>
                <a:cubicBezTo>
                  <a:pt x="94352" y="89"/>
                  <a:pt x="46592" y="12089"/>
                  <a:pt x="3788" y="34947"/>
                </a:cubicBezTo>
                <a:cubicBezTo>
                  <a:pt x="1459" y="36187"/>
                  <a:pt x="4" y="38609"/>
                  <a:pt x="2" y="41248"/>
                </a:cubicBezTo>
                <a:lnTo>
                  <a:pt x="2" y="60864"/>
                </a:lnTo>
                <a:cubicBezTo>
                  <a:pt x="0" y="63345"/>
                  <a:pt x="1285" y="65650"/>
                  <a:pt x="3396" y="66952"/>
                </a:cubicBezTo>
                <a:cubicBezTo>
                  <a:pt x="5508" y="68254"/>
                  <a:pt x="8145" y="68367"/>
                  <a:pt x="10360" y="67251"/>
                </a:cubicBezTo>
                <a:cubicBezTo>
                  <a:pt x="51486" y="46595"/>
                  <a:pt x="96856" y="35799"/>
                  <a:pt x="142877" y="35718"/>
                </a:cubicBezTo>
                <a:lnTo>
                  <a:pt x="157164" y="35718"/>
                </a:lnTo>
                <a:cubicBezTo>
                  <a:pt x="203186" y="35799"/>
                  <a:pt x="248556" y="46595"/>
                  <a:pt x="289681" y="67251"/>
                </a:cubicBezTo>
                <a:cubicBezTo>
                  <a:pt x="291897" y="68367"/>
                  <a:pt x="294533" y="68254"/>
                  <a:pt x="296645" y="66952"/>
                </a:cubicBezTo>
                <a:cubicBezTo>
                  <a:pt x="298757" y="65650"/>
                  <a:pt x="300042" y="63345"/>
                  <a:pt x="300039" y="60864"/>
                </a:cubicBezTo>
                <a:lnTo>
                  <a:pt x="300039" y="41248"/>
                </a:lnTo>
                <a:cubicBezTo>
                  <a:pt x="300038" y="38609"/>
                  <a:pt x="298582" y="36187"/>
                  <a:pt x="296253" y="34947"/>
                </a:cubicBezTo>
                <a:close/>
                <a:moveTo>
                  <a:pt x="2" y="328612"/>
                </a:moveTo>
                <a:lnTo>
                  <a:pt x="300039" y="328612"/>
                </a:lnTo>
                <a:moveTo>
                  <a:pt x="85727" y="71437"/>
                </a:moveTo>
                <a:lnTo>
                  <a:pt x="214314" y="71437"/>
                </a:lnTo>
                <a:lnTo>
                  <a:pt x="214314" y="100012"/>
                </a:lnTo>
                <a:lnTo>
                  <a:pt x="85727" y="100012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05C239B6-6F6B-49D8-9ADA-79F7D6B7D952}"/>
              </a:ext>
            </a:extLst>
          </p:cNvPr>
          <p:cNvSpPr txBox="1"/>
          <p:nvPr/>
        </p:nvSpPr>
        <p:spPr>
          <a:xfrm>
            <a:off x="6869821" y="1879131"/>
            <a:ext cx="12361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500" b="1">
                <a:solidFill>
                  <a:srgbClr val="FFFFFF"/>
                </a:solidFill>
                <a:latin typeface="Roboto"/>
              </a:rPr>
              <a:t>Почта России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28183A30-1359-41C5-8687-B4DD3C6D9D72}"/>
              </a:ext>
            </a:extLst>
          </p:cNvPr>
          <p:cNvSpPr txBox="1"/>
          <p:nvPr/>
        </p:nvSpPr>
        <p:spPr>
          <a:xfrm>
            <a:off x="8372676" y="1731493"/>
            <a:ext cx="1983876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0">
                <a:solidFill>
                  <a:srgbClr val="484848"/>
                </a:solidFill>
                <a:latin typeface="Roboto"/>
              </a:rPr>
              <a:t>В терминалах Почты России,
когда человек ожидает в
очереди.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22D44FB7-EB7C-48DB-946E-90566BACF5B2}"/>
              </a:ext>
            </a:extLst>
          </p:cNvPr>
          <p:cNvSpPr/>
          <p:nvPr/>
        </p:nvSpPr>
        <p:spPr>
          <a:xfrm>
            <a:off x="9396613" y="2953074"/>
            <a:ext cx="328612" cy="328612"/>
          </a:xfrm>
          <a:custGeom>
            <a:avLst/>
            <a:gdLst/>
            <a:ahLst/>
            <a:cxnLst/>
            <a:rect l="0" t="0" r="0" b="0"/>
            <a:pathLst>
              <a:path w="328612" h="328612">
                <a:moveTo>
                  <a:pt x="123415" y="328612"/>
                </a:moveTo>
                <a:cubicBezTo>
                  <a:pt x="135255" y="311826"/>
                  <a:pt x="142011" y="291985"/>
                  <a:pt x="142875" y="271462"/>
                </a:cubicBezTo>
                <a:moveTo>
                  <a:pt x="205197" y="328612"/>
                </a:moveTo>
                <a:cubicBezTo>
                  <a:pt x="193357" y="311826"/>
                  <a:pt x="186601" y="291985"/>
                  <a:pt x="185737" y="271462"/>
                </a:cubicBezTo>
                <a:moveTo>
                  <a:pt x="100012" y="328612"/>
                </a:moveTo>
                <a:lnTo>
                  <a:pt x="228600" y="328612"/>
                </a:lnTo>
                <a:moveTo>
                  <a:pt x="0" y="228600"/>
                </a:moveTo>
                <a:lnTo>
                  <a:pt x="328612" y="228600"/>
                </a:lnTo>
                <a:moveTo>
                  <a:pt x="14287" y="0"/>
                </a:moveTo>
                <a:lnTo>
                  <a:pt x="314325" y="0"/>
                </a:lnTo>
                <a:cubicBezTo>
                  <a:pt x="314325" y="0"/>
                  <a:pt x="328612" y="0"/>
                  <a:pt x="328612" y="14287"/>
                </a:cubicBezTo>
                <a:lnTo>
                  <a:pt x="328612" y="257175"/>
                </a:lnTo>
                <a:cubicBezTo>
                  <a:pt x="328612" y="257175"/>
                  <a:pt x="328612" y="271462"/>
                  <a:pt x="314325" y="271462"/>
                </a:cubicBezTo>
                <a:lnTo>
                  <a:pt x="14287" y="271462"/>
                </a:lnTo>
                <a:cubicBezTo>
                  <a:pt x="14287" y="271462"/>
                  <a:pt x="0" y="271462"/>
                  <a:pt x="0" y="257175"/>
                </a:cubicBezTo>
                <a:lnTo>
                  <a:pt x="0" y="14287"/>
                </a:lnTo>
                <a:cubicBezTo>
                  <a:pt x="0" y="14287"/>
                  <a:pt x="0" y="0"/>
                  <a:pt x="14287" y="0"/>
                </a:cubicBezTo>
                <a:moveTo>
                  <a:pt x="135731" y="114300"/>
                </a:moveTo>
                <a:lnTo>
                  <a:pt x="164306" y="142875"/>
                </a:lnTo>
                <a:lnTo>
                  <a:pt x="235743" y="71437"/>
                </a:lnTo>
                <a:moveTo>
                  <a:pt x="192881" y="63836"/>
                </a:moveTo>
                <a:cubicBezTo>
                  <a:pt x="167151" y="51071"/>
                  <a:pt x="136075" y="56919"/>
                  <a:pt x="116747" y="78166"/>
                </a:cubicBezTo>
                <a:cubicBezTo>
                  <a:pt x="97419" y="99412"/>
                  <a:pt x="94528" y="130901"/>
                  <a:pt x="109663" y="155311"/>
                </a:cubicBezTo>
                <a:cubicBezTo>
                  <a:pt x="124799" y="179722"/>
                  <a:pt x="154290" y="191133"/>
                  <a:pt x="181914" y="183266"/>
                </a:cubicBezTo>
                <a:cubicBezTo>
                  <a:pt x="209538" y="175400"/>
                  <a:pt x="228594" y="150166"/>
                  <a:pt x="228600" y="121443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4FAE3894-AABF-4B7E-8770-A3AFBA03E5D4}"/>
              </a:ext>
            </a:extLst>
          </p:cNvPr>
          <p:cNvSpPr txBox="1"/>
          <p:nvPr/>
        </p:nvSpPr>
        <p:spPr>
          <a:xfrm>
            <a:off x="6330039" y="3045943"/>
            <a:ext cx="1775964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100" b="0">
                <a:solidFill>
                  <a:srgbClr val="484848"/>
                </a:solidFill>
                <a:latin typeface="Roboto"/>
              </a:rPr>
              <a:t>Как виджет на Госуслугах.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44C2BBB8-E189-492C-AC4D-5FE53B2852AC}"/>
              </a:ext>
            </a:extLst>
          </p:cNvPr>
          <p:cNvSpPr txBox="1"/>
          <p:nvPr/>
        </p:nvSpPr>
        <p:spPr>
          <a:xfrm>
            <a:off x="8372676" y="3022131"/>
            <a:ext cx="883443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>
                <a:solidFill>
                  <a:srgbClr val="FFFFFF"/>
                </a:solidFill>
                <a:latin typeface="Roboto"/>
              </a:rPr>
              <a:t>Госуслуги</a:t>
            </a:r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D57992A6-84A9-4018-86E1-D6FB7F27DE71}"/>
              </a:ext>
            </a:extLst>
          </p:cNvPr>
          <p:cNvSpPr/>
          <p:nvPr/>
        </p:nvSpPr>
        <p:spPr>
          <a:xfrm>
            <a:off x="6984407" y="4096074"/>
            <a:ext cx="328612" cy="328612"/>
          </a:xfrm>
          <a:custGeom>
            <a:avLst/>
            <a:gdLst/>
            <a:ahLst/>
            <a:cxnLst/>
            <a:rect l="0" t="0" r="0" b="0"/>
            <a:pathLst>
              <a:path w="328612" h="328612">
                <a:moveTo>
                  <a:pt x="0" y="0"/>
                </a:moveTo>
                <a:lnTo>
                  <a:pt x="100012" y="0"/>
                </a:lnTo>
                <a:lnTo>
                  <a:pt x="100012" y="100012"/>
                </a:lnTo>
                <a:lnTo>
                  <a:pt x="0" y="100012"/>
                </a:lnTo>
                <a:close/>
                <a:moveTo>
                  <a:pt x="28575" y="28575"/>
                </a:moveTo>
                <a:lnTo>
                  <a:pt x="28575" y="71437"/>
                </a:lnTo>
                <a:lnTo>
                  <a:pt x="71437" y="71437"/>
                </a:lnTo>
                <a:lnTo>
                  <a:pt x="71437" y="28575"/>
                </a:lnTo>
                <a:close/>
                <a:moveTo>
                  <a:pt x="0" y="228600"/>
                </a:moveTo>
                <a:lnTo>
                  <a:pt x="100012" y="228600"/>
                </a:lnTo>
                <a:lnTo>
                  <a:pt x="100012" y="328612"/>
                </a:lnTo>
                <a:lnTo>
                  <a:pt x="0" y="328612"/>
                </a:lnTo>
                <a:close/>
                <a:moveTo>
                  <a:pt x="28575" y="257175"/>
                </a:moveTo>
                <a:lnTo>
                  <a:pt x="28575" y="300037"/>
                </a:lnTo>
                <a:lnTo>
                  <a:pt x="71437" y="300037"/>
                </a:lnTo>
                <a:lnTo>
                  <a:pt x="71437" y="257175"/>
                </a:lnTo>
                <a:close/>
                <a:moveTo>
                  <a:pt x="228600" y="228600"/>
                </a:moveTo>
                <a:lnTo>
                  <a:pt x="271462" y="228600"/>
                </a:lnTo>
                <a:lnTo>
                  <a:pt x="271462" y="271462"/>
                </a:lnTo>
                <a:lnTo>
                  <a:pt x="228600" y="271462"/>
                </a:lnTo>
                <a:close/>
                <a:moveTo>
                  <a:pt x="228600" y="0"/>
                </a:moveTo>
                <a:lnTo>
                  <a:pt x="328612" y="0"/>
                </a:lnTo>
                <a:lnTo>
                  <a:pt x="328612" y="100012"/>
                </a:lnTo>
                <a:lnTo>
                  <a:pt x="228600" y="100012"/>
                </a:lnTo>
                <a:close/>
                <a:moveTo>
                  <a:pt x="257175" y="28575"/>
                </a:moveTo>
                <a:lnTo>
                  <a:pt x="257175" y="71437"/>
                </a:lnTo>
                <a:lnTo>
                  <a:pt x="300037" y="71437"/>
                </a:lnTo>
                <a:lnTo>
                  <a:pt x="300037" y="28575"/>
                </a:lnTo>
                <a:close/>
                <a:moveTo>
                  <a:pt x="178593" y="128587"/>
                </a:moveTo>
                <a:lnTo>
                  <a:pt x="128587" y="128587"/>
                </a:lnTo>
                <a:moveTo>
                  <a:pt x="128587" y="157162"/>
                </a:moveTo>
                <a:lnTo>
                  <a:pt x="128587" y="200025"/>
                </a:lnTo>
                <a:lnTo>
                  <a:pt x="178593" y="200025"/>
                </a:lnTo>
                <a:moveTo>
                  <a:pt x="0" y="128587"/>
                </a:moveTo>
                <a:lnTo>
                  <a:pt x="100012" y="128587"/>
                </a:lnTo>
                <a:lnTo>
                  <a:pt x="100012" y="157162"/>
                </a:lnTo>
                <a:moveTo>
                  <a:pt x="314253" y="200025"/>
                </a:moveTo>
                <a:lnTo>
                  <a:pt x="314253" y="128587"/>
                </a:lnTo>
                <a:lnTo>
                  <a:pt x="328612" y="128587"/>
                </a:lnTo>
                <a:moveTo>
                  <a:pt x="285678" y="157162"/>
                </a:moveTo>
                <a:lnTo>
                  <a:pt x="285678" y="200025"/>
                </a:lnTo>
                <a:moveTo>
                  <a:pt x="278606" y="128587"/>
                </a:moveTo>
                <a:lnTo>
                  <a:pt x="214241" y="128587"/>
                </a:lnTo>
                <a:lnTo>
                  <a:pt x="214241" y="157162"/>
                </a:lnTo>
                <a:moveTo>
                  <a:pt x="171450" y="57150"/>
                </a:moveTo>
                <a:lnTo>
                  <a:pt x="171450" y="85725"/>
                </a:lnTo>
                <a:lnTo>
                  <a:pt x="200025" y="85725"/>
                </a:lnTo>
                <a:lnTo>
                  <a:pt x="200025" y="28575"/>
                </a:lnTo>
                <a:moveTo>
                  <a:pt x="128587" y="100012"/>
                </a:moveTo>
                <a:lnTo>
                  <a:pt x="128587" y="57150"/>
                </a:lnTo>
                <a:moveTo>
                  <a:pt x="157162" y="0"/>
                </a:moveTo>
                <a:lnTo>
                  <a:pt x="200025" y="0"/>
                </a:lnTo>
                <a:moveTo>
                  <a:pt x="128587" y="0"/>
                </a:moveTo>
                <a:lnTo>
                  <a:pt x="128587" y="28575"/>
                </a:lnTo>
                <a:lnTo>
                  <a:pt x="157162" y="28575"/>
                </a:lnTo>
                <a:moveTo>
                  <a:pt x="28575" y="171450"/>
                </a:moveTo>
                <a:lnTo>
                  <a:pt x="71437" y="171450"/>
                </a:lnTo>
                <a:moveTo>
                  <a:pt x="0" y="157162"/>
                </a:moveTo>
                <a:lnTo>
                  <a:pt x="0" y="200025"/>
                </a:lnTo>
                <a:lnTo>
                  <a:pt x="28575" y="200025"/>
                </a:lnTo>
                <a:moveTo>
                  <a:pt x="171450" y="328612"/>
                </a:moveTo>
                <a:lnTo>
                  <a:pt x="300037" y="328612"/>
                </a:lnTo>
                <a:lnTo>
                  <a:pt x="300037" y="228600"/>
                </a:lnTo>
                <a:lnTo>
                  <a:pt x="328612" y="228600"/>
                </a:lnTo>
                <a:lnTo>
                  <a:pt x="328612" y="271462"/>
                </a:lnTo>
                <a:moveTo>
                  <a:pt x="128587" y="242887"/>
                </a:moveTo>
                <a:lnTo>
                  <a:pt x="128587" y="300037"/>
                </a:lnTo>
                <a:lnTo>
                  <a:pt x="171450" y="300037"/>
                </a:lnTo>
                <a:moveTo>
                  <a:pt x="271462" y="300037"/>
                </a:moveTo>
                <a:lnTo>
                  <a:pt x="200025" y="300037"/>
                </a:lnTo>
                <a:lnTo>
                  <a:pt x="200025" y="264318"/>
                </a:lnTo>
                <a:moveTo>
                  <a:pt x="157091" y="271462"/>
                </a:moveTo>
                <a:lnTo>
                  <a:pt x="157091" y="228600"/>
                </a:lnTo>
                <a:lnTo>
                  <a:pt x="200025" y="228600"/>
                </a:lnTo>
                <a:moveTo>
                  <a:pt x="71437" y="200025"/>
                </a:moveTo>
                <a:lnTo>
                  <a:pt x="100012" y="200025"/>
                </a:lnTo>
                <a:moveTo>
                  <a:pt x="178593" y="157162"/>
                </a:moveTo>
                <a:lnTo>
                  <a:pt x="150018" y="157162"/>
                </a:lnTo>
                <a:moveTo>
                  <a:pt x="214241" y="200025"/>
                </a:moveTo>
                <a:lnTo>
                  <a:pt x="257103" y="200025"/>
                </a:lnTo>
                <a:moveTo>
                  <a:pt x="242816" y="200025"/>
                </a:moveTo>
                <a:lnTo>
                  <a:pt x="242816" y="17145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DBF6F7E4-5A4F-47B8-A0C3-A2F9EBF69AAC}"/>
              </a:ext>
            </a:extLst>
          </p:cNvPr>
          <p:cNvSpPr txBox="1"/>
          <p:nvPr/>
        </p:nvSpPr>
        <p:spPr>
          <a:xfrm>
            <a:off x="7453513" y="4165131"/>
            <a:ext cx="65246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500" b="1">
                <a:solidFill>
                  <a:srgbClr val="FFFFFF"/>
                </a:solidFill>
                <a:latin typeface="Roboto"/>
              </a:rPr>
              <a:t>QR-код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B77ADC97-6073-4BD8-A628-09C8E458BE0D}"/>
              </a:ext>
            </a:extLst>
          </p:cNvPr>
          <p:cNvSpPr txBox="1"/>
          <p:nvPr/>
        </p:nvSpPr>
        <p:spPr>
          <a:xfrm>
            <a:off x="8372676" y="4103218"/>
            <a:ext cx="1752304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0">
                <a:solidFill>
                  <a:srgbClr val="484848"/>
                </a:solidFill>
                <a:latin typeface="Roboto"/>
              </a:rPr>
              <a:t>Запускаться по QR-коду с
талона очереди.</a:t>
            </a:r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CF2FDBE2-8F5D-4618-88C2-4CF93F21E3D9}"/>
              </a:ext>
            </a:extLst>
          </p:cNvPr>
          <p:cNvSpPr txBox="1">
            <a:spLocks/>
          </p:cNvSpPr>
          <p:nvPr/>
        </p:nvSpPr>
        <p:spPr>
          <a:xfrm>
            <a:off x="7614991" y="995248"/>
            <a:ext cx="1608050" cy="599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/>
              <a:t>Внедрение</a:t>
            </a:r>
            <a:endParaRPr lang="ru-KZ" dirty="0"/>
          </a:p>
        </p:txBody>
      </p:sp>
      <p:sp>
        <p:nvSpPr>
          <p:cNvPr id="27" name="Rounded Rectangle 1">
            <a:extLst>
              <a:ext uri="{FF2B5EF4-FFF2-40B4-BE49-F238E27FC236}">
                <a16:creationId xmlns:a16="http://schemas.microsoft.com/office/drawing/2014/main" id="{F02ED3C5-73DF-4F80-B50C-D491AEE5F505}"/>
              </a:ext>
            </a:extLst>
          </p:cNvPr>
          <p:cNvSpPr/>
          <p:nvPr/>
        </p:nvSpPr>
        <p:spPr>
          <a:xfrm>
            <a:off x="1060204" y="974256"/>
            <a:ext cx="1110557" cy="342900"/>
          </a:xfrm>
          <a:custGeom>
            <a:avLst/>
            <a:gdLst/>
            <a:ahLst/>
            <a:cxnLst/>
            <a:rect l="0" t="0" r="0" b="0"/>
            <a:pathLst>
              <a:path w="1110557" h="342900">
                <a:moveTo>
                  <a:pt x="0" y="238125"/>
                </a:moveTo>
                <a:cubicBezTo>
                  <a:pt x="0" y="295989"/>
                  <a:pt x="46910" y="342900"/>
                  <a:pt x="104775" y="342900"/>
                </a:cubicBezTo>
                <a:lnTo>
                  <a:pt x="1005782" y="342900"/>
                </a:lnTo>
                <a:cubicBezTo>
                  <a:pt x="1063647" y="342900"/>
                  <a:pt x="1110557" y="295989"/>
                  <a:pt x="1110557" y="238125"/>
                </a:cubicBezTo>
                <a:lnTo>
                  <a:pt x="1110557" y="104775"/>
                </a:lnTo>
                <a:cubicBezTo>
                  <a:pt x="1110557" y="46910"/>
                  <a:pt x="1063647" y="0"/>
                  <a:pt x="1005782" y="0"/>
                </a:cubicBezTo>
                <a:lnTo>
                  <a:pt x="104775" y="0"/>
                </a:lnTo>
                <a:cubicBezTo>
                  <a:pt x="46910" y="0"/>
                  <a:pt x="0" y="46910"/>
                  <a:pt x="0" y="104775"/>
                </a:cubicBezTo>
                <a:lnTo>
                  <a:pt x="0" y="238125"/>
                </a:ln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">
            <a:extLst>
              <a:ext uri="{FF2B5EF4-FFF2-40B4-BE49-F238E27FC236}">
                <a16:creationId xmlns:a16="http://schemas.microsoft.com/office/drawing/2014/main" id="{357D42DE-F96B-4733-86EC-342FD975A211}"/>
              </a:ext>
            </a:extLst>
          </p:cNvPr>
          <p:cNvSpPr/>
          <p:nvPr/>
        </p:nvSpPr>
        <p:spPr>
          <a:xfrm>
            <a:off x="1060204" y="974256"/>
            <a:ext cx="1110555" cy="342900"/>
          </a:xfrm>
          <a:custGeom>
            <a:avLst/>
            <a:gdLst/>
            <a:ahLst/>
            <a:cxnLst/>
            <a:rect l="0" t="0" r="0" b="0"/>
            <a:pathLst>
              <a:path w="1110555" h="342900">
                <a:moveTo>
                  <a:pt x="104775" y="0"/>
                </a:moveTo>
                <a:cubicBezTo>
                  <a:pt x="46909" y="0"/>
                  <a:pt x="0" y="46909"/>
                  <a:pt x="0" y="104775"/>
                </a:cubicBezTo>
                <a:moveTo>
                  <a:pt x="1005780" y="0"/>
                </a:moveTo>
                <a:lnTo>
                  <a:pt x="104775" y="0"/>
                </a:lnTo>
                <a:moveTo>
                  <a:pt x="1110555" y="238125"/>
                </a:moveTo>
                <a:cubicBezTo>
                  <a:pt x="1110555" y="295990"/>
                  <a:pt x="1063645" y="342900"/>
                  <a:pt x="1005780" y="342900"/>
                </a:cubicBezTo>
                <a:moveTo>
                  <a:pt x="1005780" y="0"/>
                </a:moveTo>
                <a:cubicBezTo>
                  <a:pt x="1063645" y="0"/>
                  <a:pt x="1110555" y="46909"/>
                  <a:pt x="1110555" y="104775"/>
                </a:cubicBezTo>
                <a:moveTo>
                  <a:pt x="0" y="238125"/>
                </a:moveTo>
                <a:lnTo>
                  <a:pt x="0" y="104775"/>
                </a:lnTo>
                <a:moveTo>
                  <a:pt x="1110555" y="238125"/>
                </a:moveTo>
                <a:lnTo>
                  <a:pt x="1110555" y="104775"/>
                </a:lnTo>
                <a:moveTo>
                  <a:pt x="104775" y="342900"/>
                </a:moveTo>
                <a:lnTo>
                  <a:pt x="1005780" y="342900"/>
                </a:lnTo>
                <a:moveTo>
                  <a:pt x="104775" y="342900"/>
                </a:moveTo>
                <a:cubicBezTo>
                  <a:pt x="46909" y="342900"/>
                  <a:pt x="0" y="295990"/>
                  <a:pt x="0" y="23812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3">
            <a:extLst>
              <a:ext uri="{FF2B5EF4-FFF2-40B4-BE49-F238E27FC236}">
                <a16:creationId xmlns:a16="http://schemas.microsoft.com/office/drawing/2014/main" id="{C76C155B-4C96-4E7D-80AB-8DDBE4F0B4E6}"/>
              </a:ext>
            </a:extLst>
          </p:cNvPr>
          <p:cNvSpPr/>
          <p:nvPr/>
        </p:nvSpPr>
        <p:spPr>
          <a:xfrm>
            <a:off x="1323779" y="1431456"/>
            <a:ext cx="846982" cy="342900"/>
          </a:xfrm>
          <a:custGeom>
            <a:avLst/>
            <a:gdLst/>
            <a:ahLst/>
            <a:cxnLst/>
            <a:rect l="0" t="0" r="0" b="0"/>
            <a:pathLst>
              <a:path w="846982" h="342900">
                <a:moveTo>
                  <a:pt x="0" y="238125"/>
                </a:moveTo>
                <a:cubicBezTo>
                  <a:pt x="0" y="295989"/>
                  <a:pt x="46910" y="342900"/>
                  <a:pt x="104775" y="342900"/>
                </a:cubicBezTo>
                <a:lnTo>
                  <a:pt x="742207" y="342900"/>
                </a:lnTo>
                <a:cubicBezTo>
                  <a:pt x="800071" y="342900"/>
                  <a:pt x="846982" y="295989"/>
                  <a:pt x="846982" y="238125"/>
                </a:cubicBezTo>
                <a:lnTo>
                  <a:pt x="846982" y="104775"/>
                </a:lnTo>
                <a:cubicBezTo>
                  <a:pt x="846982" y="46910"/>
                  <a:pt x="800071" y="0"/>
                  <a:pt x="742207" y="0"/>
                </a:cubicBezTo>
                <a:lnTo>
                  <a:pt x="104775" y="0"/>
                </a:lnTo>
                <a:cubicBezTo>
                  <a:pt x="46910" y="0"/>
                  <a:pt x="0" y="46910"/>
                  <a:pt x="0" y="104775"/>
                </a:cubicBezTo>
                <a:lnTo>
                  <a:pt x="0" y="238125"/>
                </a:ln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4">
            <a:extLst>
              <a:ext uri="{FF2B5EF4-FFF2-40B4-BE49-F238E27FC236}">
                <a16:creationId xmlns:a16="http://schemas.microsoft.com/office/drawing/2014/main" id="{01B3F8B1-6C1A-42FD-A9BD-224B3BC9A60F}"/>
              </a:ext>
            </a:extLst>
          </p:cNvPr>
          <p:cNvSpPr/>
          <p:nvPr/>
        </p:nvSpPr>
        <p:spPr>
          <a:xfrm>
            <a:off x="1323779" y="1431456"/>
            <a:ext cx="846980" cy="342900"/>
          </a:xfrm>
          <a:custGeom>
            <a:avLst/>
            <a:gdLst/>
            <a:ahLst/>
            <a:cxnLst/>
            <a:rect l="0" t="0" r="0" b="0"/>
            <a:pathLst>
              <a:path w="846980" h="342900">
                <a:moveTo>
                  <a:pt x="104775" y="0"/>
                </a:moveTo>
                <a:cubicBezTo>
                  <a:pt x="46909" y="0"/>
                  <a:pt x="0" y="46909"/>
                  <a:pt x="0" y="104775"/>
                </a:cubicBezTo>
                <a:moveTo>
                  <a:pt x="742205" y="0"/>
                </a:moveTo>
                <a:lnTo>
                  <a:pt x="104775" y="0"/>
                </a:lnTo>
                <a:moveTo>
                  <a:pt x="846980" y="238125"/>
                </a:moveTo>
                <a:cubicBezTo>
                  <a:pt x="846980" y="295990"/>
                  <a:pt x="800071" y="342900"/>
                  <a:pt x="742205" y="342900"/>
                </a:cubicBezTo>
                <a:moveTo>
                  <a:pt x="742205" y="0"/>
                </a:moveTo>
                <a:cubicBezTo>
                  <a:pt x="800071" y="0"/>
                  <a:pt x="846980" y="46909"/>
                  <a:pt x="846980" y="104775"/>
                </a:cubicBezTo>
                <a:moveTo>
                  <a:pt x="0" y="238125"/>
                </a:moveTo>
                <a:lnTo>
                  <a:pt x="0" y="104775"/>
                </a:lnTo>
                <a:moveTo>
                  <a:pt x="846980" y="238125"/>
                </a:moveTo>
                <a:lnTo>
                  <a:pt x="846980" y="104775"/>
                </a:lnTo>
                <a:moveTo>
                  <a:pt x="104775" y="342900"/>
                </a:moveTo>
                <a:lnTo>
                  <a:pt x="742205" y="342900"/>
                </a:lnTo>
                <a:moveTo>
                  <a:pt x="104775" y="342900"/>
                </a:moveTo>
                <a:cubicBezTo>
                  <a:pt x="46909" y="342900"/>
                  <a:pt x="0" y="295990"/>
                  <a:pt x="0" y="23812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89A4C4D8-EAEE-40CD-8A30-B15B978C37EC}"/>
              </a:ext>
            </a:extLst>
          </p:cNvPr>
          <p:cNvSpPr/>
          <p:nvPr/>
        </p:nvSpPr>
        <p:spPr>
          <a:xfrm>
            <a:off x="2513660" y="1212381"/>
            <a:ext cx="844153" cy="323850"/>
          </a:xfrm>
          <a:custGeom>
            <a:avLst/>
            <a:gdLst/>
            <a:ahLst/>
            <a:cxnLst/>
            <a:rect l="0" t="0" r="0" b="0"/>
            <a:pathLst>
              <a:path w="844153" h="323850">
                <a:moveTo>
                  <a:pt x="0" y="180975"/>
                </a:moveTo>
                <a:cubicBezTo>
                  <a:pt x="0" y="259880"/>
                  <a:pt x="63969" y="323850"/>
                  <a:pt x="142875" y="323850"/>
                </a:cubicBezTo>
                <a:lnTo>
                  <a:pt x="701278" y="323850"/>
                </a:lnTo>
                <a:cubicBezTo>
                  <a:pt x="780183" y="323850"/>
                  <a:pt x="844153" y="259880"/>
                  <a:pt x="844153" y="180975"/>
                </a:cubicBezTo>
                <a:lnTo>
                  <a:pt x="844153" y="142875"/>
                </a:lnTo>
                <a:cubicBezTo>
                  <a:pt x="844153" y="63969"/>
                  <a:pt x="780183" y="0"/>
                  <a:pt x="701278" y="0"/>
                </a:cubicBezTo>
                <a:lnTo>
                  <a:pt x="142875" y="0"/>
                </a:lnTo>
                <a:cubicBezTo>
                  <a:pt x="63969" y="0"/>
                  <a:pt x="0" y="63969"/>
                  <a:pt x="0" y="142875"/>
                </a:cubicBezTo>
                <a:lnTo>
                  <a:pt x="0" y="180975"/>
                </a:ln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6">
            <a:extLst>
              <a:ext uri="{FF2B5EF4-FFF2-40B4-BE49-F238E27FC236}">
                <a16:creationId xmlns:a16="http://schemas.microsoft.com/office/drawing/2014/main" id="{2F522228-58CD-4DB0-B1B5-C480DCFB3759}"/>
              </a:ext>
            </a:extLst>
          </p:cNvPr>
          <p:cNvSpPr/>
          <p:nvPr/>
        </p:nvSpPr>
        <p:spPr>
          <a:xfrm>
            <a:off x="2513660" y="1212381"/>
            <a:ext cx="844153" cy="323850"/>
          </a:xfrm>
          <a:custGeom>
            <a:avLst/>
            <a:gdLst/>
            <a:ahLst/>
            <a:cxnLst/>
            <a:rect l="0" t="0" r="0" b="0"/>
            <a:pathLst>
              <a:path w="844153" h="32385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moveTo>
                  <a:pt x="701278" y="0"/>
                </a:moveTo>
                <a:lnTo>
                  <a:pt x="142875" y="0"/>
                </a:lnTo>
                <a:moveTo>
                  <a:pt x="844153" y="180975"/>
                </a:moveTo>
                <a:cubicBezTo>
                  <a:pt x="844153" y="259882"/>
                  <a:pt x="780186" y="323850"/>
                  <a:pt x="701278" y="323850"/>
                </a:cubicBezTo>
                <a:moveTo>
                  <a:pt x="701278" y="0"/>
                </a:moveTo>
                <a:cubicBezTo>
                  <a:pt x="780186" y="0"/>
                  <a:pt x="844153" y="63967"/>
                  <a:pt x="844153" y="142875"/>
                </a:cubicBezTo>
                <a:moveTo>
                  <a:pt x="0" y="180975"/>
                </a:moveTo>
                <a:lnTo>
                  <a:pt x="0" y="142875"/>
                </a:lnTo>
                <a:moveTo>
                  <a:pt x="844153" y="180975"/>
                </a:moveTo>
                <a:lnTo>
                  <a:pt x="844153" y="142875"/>
                </a:lnTo>
                <a:moveTo>
                  <a:pt x="142875" y="323850"/>
                </a:moveTo>
                <a:lnTo>
                  <a:pt x="701278" y="323850"/>
                </a:lnTo>
                <a:moveTo>
                  <a:pt x="142875" y="323850"/>
                </a:moveTo>
                <a:cubicBezTo>
                  <a:pt x="63967" y="323850"/>
                  <a:pt x="0" y="259882"/>
                  <a:pt x="0" y="18097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F5D8A928-6B4C-4EF1-AB9A-66E157A48A42}"/>
              </a:ext>
            </a:extLst>
          </p:cNvPr>
          <p:cNvSpPr/>
          <p:nvPr/>
        </p:nvSpPr>
        <p:spPr>
          <a:xfrm>
            <a:off x="663726" y="2231556"/>
            <a:ext cx="1179166" cy="228600"/>
          </a:xfrm>
          <a:custGeom>
            <a:avLst/>
            <a:gdLst/>
            <a:ahLst/>
            <a:cxnLst/>
            <a:rect l="0" t="0" r="0" b="0"/>
            <a:pathLst>
              <a:path w="1179166" h="228600">
                <a:moveTo>
                  <a:pt x="0" y="123825"/>
                </a:moveTo>
                <a:cubicBezTo>
                  <a:pt x="0" y="181689"/>
                  <a:pt x="46910" y="228600"/>
                  <a:pt x="104775" y="228600"/>
                </a:cubicBezTo>
                <a:lnTo>
                  <a:pt x="1074391" y="228600"/>
                </a:lnTo>
                <a:cubicBezTo>
                  <a:pt x="1132255" y="228600"/>
                  <a:pt x="1179166" y="181689"/>
                  <a:pt x="1179166" y="123825"/>
                </a:cubicBezTo>
                <a:lnTo>
                  <a:pt x="1179166" y="104775"/>
                </a:lnTo>
                <a:cubicBezTo>
                  <a:pt x="1179166" y="46910"/>
                  <a:pt x="1132255" y="0"/>
                  <a:pt x="1074391" y="0"/>
                </a:cubicBezTo>
                <a:lnTo>
                  <a:pt x="104775" y="0"/>
                </a:lnTo>
                <a:cubicBezTo>
                  <a:pt x="46910" y="0"/>
                  <a:pt x="0" y="46910"/>
                  <a:pt x="0" y="104775"/>
                </a:cubicBezTo>
                <a:lnTo>
                  <a:pt x="0" y="123825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03F966DB-85B5-4C01-9A34-062A06A303A9}"/>
              </a:ext>
            </a:extLst>
          </p:cNvPr>
          <p:cNvSpPr/>
          <p:nvPr/>
        </p:nvSpPr>
        <p:spPr>
          <a:xfrm>
            <a:off x="663726" y="2231556"/>
            <a:ext cx="1179165" cy="228600"/>
          </a:xfrm>
          <a:custGeom>
            <a:avLst/>
            <a:gdLst/>
            <a:ahLst/>
            <a:cxnLst/>
            <a:rect l="0" t="0" r="0" b="0"/>
            <a:pathLst>
              <a:path w="1179165" h="228600">
                <a:moveTo>
                  <a:pt x="104775" y="0"/>
                </a:moveTo>
                <a:cubicBezTo>
                  <a:pt x="46909" y="0"/>
                  <a:pt x="0" y="46909"/>
                  <a:pt x="0" y="104775"/>
                </a:cubicBezTo>
                <a:moveTo>
                  <a:pt x="1074390" y="0"/>
                </a:moveTo>
                <a:lnTo>
                  <a:pt x="104775" y="0"/>
                </a:lnTo>
                <a:moveTo>
                  <a:pt x="1179165" y="123825"/>
                </a:moveTo>
                <a:cubicBezTo>
                  <a:pt x="1179165" y="181690"/>
                  <a:pt x="1132255" y="228600"/>
                  <a:pt x="1074390" y="228600"/>
                </a:cubicBezTo>
                <a:moveTo>
                  <a:pt x="1074390" y="0"/>
                </a:moveTo>
                <a:cubicBezTo>
                  <a:pt x="1132255" y="0"/>
                  <a:pt x="1179165" y="46909"/>
                  <a:pt x="1179165" y="104775"/>
                </a:cubicBezTo>
                <a:moveTo>
                  <a:pt x="0" y="123825"/>
                </a:moveTo>
                <a:lnTo>
                  <a:pt x="0" y="104775"/>
                </a:lnTo>
                <a:moveTo>
                  <a:pt x="1179165" y="123825"/>
                </a:moveTo>
                <a:lnTo>
                  <a:pt x="1179165" y="104775"/>
                </a:lnTo>
                <a:moveTo>
                  <a:pt x="104775" y="228600"/>
                </a:moveTo>
                <a:lnTo>
                  <a:pt x="1074390" y="228600"/>
                </a:lnTo>
                <a:moveTo>
                  <a:pt x="104775" y="228600"/>
                </a:moveTo>
                <a:cubicBezTo>
                  <a:pt x="46909" y="228600"/>
                  <a:pt x="0" y="181690"/>
                  <a:pt x="0" y="12382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9">
            <a:extLst>
              <a:ext uri="{FF2B5EF4-FFF2-40B4-BE49-F238E27FC236}">
                <a16:creationId xmlns:a16="http://schemas.microsoft.com/office/drawing/2014/main" id="{70FDDB53-573D-4E03-A319-47F63C92D4BD}"/>
              </a:ext>
            </a:extLst>
          </p:cNvPr>
          <p:cNvSpPr/>
          <p:nvPr/>
        </p:nvSpPr>
        <p:spPr>
          <a:xfrm>
            <a:off x="1016895" y="2574456"/>
            <a:ext cx="825998" cy="342900"/>
          </a:xfrm>
          <a:custGeom>
            <a:avLst/>
            <a:gdLst/>
            <a:ahLst/>
            <a:cxnLst/>
            <a:rect l="0" t="0" r="0" b="0"/>
            <a:pathLst>
              <a:path w="825998" h="342900">
                <a:moveTo>
                  <a:pt x="0" y="238125"/>
                </a:moveTo>
                <a:cubicBezTo>
                  <a:pt x="0" y="295989"/>
                  <a:pt x="46910" y="342900"/>
                  <a:pt x="104775" y="342900"/>
                </a:cubicBezTo>
                <a:lnTo>
                  <a:pt x="721223" y="342900"/>
                </a:lnTo>
                <a:cubicBezTo>
                  <a:pt x="779087" y="342900"/>
                  <a:pt x="825998" y="295989"/>
                  <a:pt x="825998" y="238125"/>
                </a:cubicBezTo>
                <a:lnTo>
                  <a:pt x="825998" y="104775"/>
                </a:lnTo>
                <a:cubicBezTo>
                  <a:pt x="825998" y="46910"/>
                  <a:pt x="779087" y="0"/>
                  <a:pt x="721223" y="0"/>
                </a:cubicBezTo>
                <a:lnTo>
                  <a:pt x="104775" y="0"/>
                </a:lnTo>
                <a:cubicBezTo>
                  <a:pt x="46910" y="0"/>
                  <a:pt x="0" y="46910"/>
                  <a:pt x="0" y="104775"/>
                </a:cubicBezTo>
                <a:lnTo>
                  <a:pt x="0" y="238125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10">
            <a:extLst>
              <a:ext uri="{FF2B5EF4-FFF2-40B4-BE49-F238E27FC236}">
                <a16:creationId xmlns:a16="http://schemas.microsoft.com/office/drawing/2014/main" id="{B0BEC2CC-BD74-4C40-BFAB-9F7796CADA5E}"/>
              </a:ext>
            </a:extLst>
          </p:cNvPr>
          <p:cNvSpPr/>
          <p:nvPr/>
        </p:nvSpPr>
        <p:spPr>
          <a:xfrm>
            <a:off x="1016895" y="2574456"/>
            <a:ext cx="825996" cy="342900"/>
          </a:xfrm>
          <a:custGeom>
            <a:avLst/>
            <a:gdLst/>
            <a:ahLst/>
            <a:cxnLst/>
            <a:rect l="0" t="0" r="0" b="0"/>
            <a:pathLst>
              <a:path w="825996" h="342900">
                <a:moveTo>
                  <a:pt x="104775" y="0"/>
                </a:moveTo>
                <a:cubicBezTo>
                  <a:pt x="46909" y="0"/>
                  <a:pt x="0" y="46909"/>
                  <a:pt x="0" y="104775"/>
                </a:cubicBezTo>
                <a:moveTo>
                  <a:pt x="721221" y="0"/>
                </a:moveTo>
                <a:lnTo>
                  <a:pt x="104775" y="0"/>
                </a:lnTo>
                <a:moveTo>
                  <a:pt x="825996" y="238125"/>
                </a:moveTo>
                <a:cubicBezTo>
                  <a:pt x="825996" y="295990"/>
                  <a:pt x="779086" y="342900"/>
                  <a:pt x="721221" y="342900"/>
                </a:cubicBezTo>
                <a:moveTo>
                  <a:pt x="721221" y="0"/>
                </a:moveTo>
                <a:cubicBezTo>
                  <a:pt x="779086" y="0"/>
                  <a:pt x="825996" y="46909"/>
                  <a:pt x="825996" y="104775"/>
                </a:cubicBezTo>
                <a:moveTo>
                  <a:pt x="0" y="238125"/>
                </a:moveTo>
                <a:lnTo>
                  <a:pt x="0" y="104775"/>
                </a:lnTo>
                <a:moveTo>
                  <a:pt x="825996" y="238125"/>
                </a:moveTo>
                <a:lnTo>
                  <a:pt x="825996" y="104775"/>
                </a:lnTo>
                <a:moveTo>
                  <a:pt x="104775" y="342900"/>
                </a:moveTo>
                <a:lnTo>
                  <a:pt x="721221" y="342900"/>
                </a:lnTo>
                <a:moveTo>
                  <a:pt x="104775" y="342900"/>
                </a:moveTo>
                <a:cubicBezTo>
                  <a:pt x="46909" y="342900"/>
                  <a:pt x="0" y="295990"/>
                  <a:pt x="0" y="23812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11">
            <a:extLst>
              <a:ext uri="{FF2B5EF4-FFF2-40B4-BE49-F238E27FC236}">
                <a16:creationId xmlns:a16="http://schemas.microsoft.com/office/drawing/2014/main" id="{C503D75F-1475-4F36-8B44-CFA1EEFA17AA}"/>
              </a:ext>
            </a:extLst>
          </p:cNvPr>
          <p:cNvSpPr/>
          <p:nvPr/>
        </p:nvSpPr>
        <p:spPr>
          <a:xfrm>
            <a:off x="932659" y="3031656"/>
            <a:ext cx="910237" cy="342900"/>
          </a:xfrm>
          <a:custGeom>
            <a:avLst/>
            <a:gdLst/>
            <a:ahLst/>
            <a:cxnLst/>
            <a:rect l="0" t="0" r="0" b="0"/>
            <a:pathLst>
              <a:path w="910237" h="342900">
                <a:moveTo>
                  <a:pt x="0" y="238125"/>
                </a:moveTo>
                <a:cubicBezTo>
                  <a:pt x="0" y="295989"/>
                  <a:pt x="46910" y="342900"/>
                  <a:pt x="104775" y="342900"/>
                </a:cubicBezTo>
                <a:lnTo>
                  <a:pt x="805462" y="342900"/>
                </a:lnTo>
                <a:cubicBezTo>
                  <a:pt x="863326" y="342900"/>
                  <a:pt x="910237" y="295989"/>
                  <a:pt x="910237" y="238125"/>
                </a:cubicBezTo>
                <a:lnTo>
                  <a:pt x="910237" y="104775"/>
                </a:lnTo>
                <a:cubicBezTo>
                  <a:pt x="910237" y="46910"/>
                  <a:pt x="863326" y="0"/>
                  <a:pt x="805462" y="0"/>
                </a:cubicBezTo>
                <a:lnTo>
                  <a:pt x="104775" y="0"/>
                </a:lnTo>
                <a:cubicBezTo>
                  <a:pt x="46910" y="0"/>
                  <a:pt x="0" y="46910"/>
                  <a:pt x="0" y="104775"/>
                </a:cubicBezTo>
                <a:lnTo>
                  <a:pt x="0" y="238125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12">
            <a:extLst>
              <a:ext uri="{FF2B5EF4-FFF2-40B4-BE49-F238E27FC236}">
                <a16:creationId xmlns:a16="http://schemas.microsoft.com/office/drawing/2014/main" id="{20F3FE12-02C2-490D-A3F9-50084EB0DF4E}"/>
              </a:ext>
            </a:extLst>
          </p:cNvPr>
          <p:cNvSpPr/>
          <p:nvPr/>
        </p:nvSpPr>
        <p:spPr>
          <a:xfrm>
            <a:off x="932659" y="3031656"/>
            <a:ext cx="910232" cy="342900"/>
          </a:xfrm>
          <a:custGeom>
            <a:avLst/>
            <a:gdLst/>
            <a:ahLst/>
            <a:cxnLst/>
            <a:rect l="0" t="0" r="0" b="0"/>
            <a:pathLst>
              <a:path w="910232" h="342900">
                <a:moveTo>
                  <a:pt x="104775" y="0"/>
                </a:moveTo>
                <a:cubicBezTo>
                  <a:pt x="46909" y="0"/>
                  <a:pt x="0" y="46909"/>
                  <a:pt x="0" y="104775"/>
                </a:cubicBezTo>
                <a:moveTo>
                  <a:pt x="805457" y="0"/>
                </a:moveTo>
                <a:lnTo>
                  <a:pt x="104775" y="0"/>
                </a:lnTo>
                <a:moveTo>
                  <a:pt x="910232" y="238125"/>
                </a:moveTo>
                <a:cubicBezTo>
                  <a:pt x="910232" y="295990"/>
                  <a:pt x="863323" y="342900"/>
                  <a:pt x="805457" y="342900"/>
                </a:cubicBezTo>
                <a:moveTo>
                  <a:pt x="805457" y="0"/>
                </a:moveTo>
                <a:cubicBezTo>
                  <a:pt x="863323" y="0"/>
                  <a:pt x="910232" y="46909"/>
                  <a:pt x="910232" y="104775"/>
                </a:cubicBezTo>
                <a:moveTo>
                  <a:pt x="0" y="238125"/>
                </a:moveTo>
                <a:lnTo>
                  <a:pt x="0" y="104775"/>
                </a:lnTo>
                <a:moveTo>
                  <a:pt x="910232" y="238125"/>
                </a:moveTo>
                <a:lnTo>
                  <a:pt x="910232" y="104775"/>
                </a:lnTo>
                <a:moveTo>
                  <a:pt x="104775" y="342900"/>
                </a:moveTo>
                <a:lnTo>
                  <a:pt x="805457" y="342900"/>
                </a:lnTo>
                <a:moveTo>
                  <a:pt x="104775" y="342900"/>
                </a:moveTo>
                <a:cubicBezTo>
                  <a:pt x="46909" y="342900"/>
                  <a:pt x="0" y="295990"/>
                  <a:pt x="0" y="23812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13">
            <a:extLst>
              <a:ext uri="{FF2B5EF4-FFF2-40B4-BE49-F238E27FC236}">
                <a16:creationId xmlns:a16="http://schemas.microsoft.com/office/drawing/2014/main" id="{F480F38E-6C4E-4C92-AB27-8CD2253842B6}"/>
              </a:ext>
            </a:extLst>
          </p:cNvPr>
          <p:cNvSpPr/>
          <p:nvPr/>
        </p:nvSpPr>
        <p:spPr>
          <a:xfrm>
            <a:off x="2185792" y="2574456"/>
            <a:ext cx="1172022" cy="457200"/>
          </a:xfrm>
          <a:custGeom>
            <a:avLst/>
            <a:gdLst/>
            <a:ahLst/>
            <a:cxnLst/>
            <a:rect l="0" t="0" r="0" b="0"/>
            <a:pathLst>
              <a:path w="1172022" h="457200">
                <a:moveTo>
                  <a:pt x="0" y="314325"/>
                </a:moveTo>
                <a:cubicBezTo>
                  <a:pt x="0" y="393230"/>
                  <a:pt x="63969" y="457200"/>
                  <a:pt x="142875" y="457200"/>
                </a:cubicBezTo>
                <a:lnTo>
                  <a:pt x="1029147" y="457200"/>
                </a:lnTo>
                <a:cubicBezTo>
                  <a:pt x="1108052" y="457200"/>
                  <a:pt x="1172022" y="393230"/>
                  <a:pt x="1172022" y="314325"/>
                </a:cubicBezTo>
                <a:lnTo>
                  <a:pt x="1172022" y="142875"/>
                </a:lnTo>
                <a:cubicBezTo>
                  <a:pt x="1172022" y="63969"/>
                  <a:pt x="1108052" y="0"/>
                  <a:pt x="1029147" y="0"/>
                </a:cubicBezTo>
                <a:lnTo>
                  <a:pt x="142875" y="0"/>
                </a:lnTo>
                <a:cubicBezTo>
                  <a:pt x="63969" y="0"/>
                  <a:pt x="0" y="63969"/>
                  <a:pt x="0" y="142875"/>
                </a:cubicBezTo>
                <a:lnTo>
                  <a:pt x="0" y="314325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14">
            <a:extLst>
              <a:ext uri="{FF2B5EF4-FFF2-40B4-BE49-F238E27FC236}">
                <a16:creationId xmlns:a16="http://schemas.microsoft.com/office/drawing/2014/main" id="{F9CE855C-29A4-49D4-9B25-06875660C8F3}"/>
              </a:ext>
            </a:extLst>
          </p:cNvPr>
          <p:cNvSpPr/>
          <p:nvPr/>
        </p:nvSpPr>
        <p:spPr>
          <a:xfrm>
            <a:off x="2185792" y="2574456"/>
            <a:ext cx="1172021" cy="457200"/>
          </a:xfrm>
          <a:custGeom>
            <a:avLst/>
            <a:gdLst/>
            <a:ahLst/>
            <a:cxnLst/>
            <a:rect l="0" t="0" r="0" b="0"/>
            <a:pathLst>
              <a:path w="1172021" h="45720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moveTo>
                  <a:pt x="1029146" y="0"/>
                </a:moveTo>
                <a:lnTo>
                  <a:pt x="142875" y="0"/>
                </a:lnTo>
                <a:moveTo>
                  <a:pt x="1172021" y="314325"/>
                </a:moveTo>
                <a:cubicBezTo>
                  <a:pt x="1172021" y="393232"/>
                  <a:pt x="1108054" y="457200"/>
                  <a:pt x="1029146" y="457200"/>
                </a:cubicBezTo>
                <a:moveTo>
                  <a:pt x="1029146" y="0"/>
                </a:moveTo>
                <a:cubicBezTo>
                  <a:pt x="1108054" y="0"/>
                  <a:pt x="1172021" y="63967"/>
                  <a:pt x="1172021" y="142875"/>
                </a:cubicBezTo>
                <a:moveTo>
                  <a:pt x="0" y="314325"/>
                </a:moveTo>
                <a:lnTo>
                  <a:pt x="0" y="142875"/>
                </a:lnTo>
                <a:moveTo>
                  <a:pt x="1172021" y="314325"/>
                </a:moveTo>
                <a:lnTo>
                  <a:pt x="1172021" y="142875"/>
                </a:lnTo>
                <a:moveTo>
                  <a:pt x="142875" y="457200"/>
                </a:moveTo>
                <a:lnTo>
                  <a:pt x="1029146" y="457200"/>
                </a:lnTo>
                <a:moveTo>
                  <a:pt x="142875" y="457200"/>
                </a:moveTo>
                <a:cubicBezTo>
                  <a:pt x="63967" y="457200"/>
                  <a:pt x="0" y="393232"/>
                  <a:pt x="0" y="31432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15">
            <a:extLst>
              <a:ext uri="{FF2B5EF4-FFF2-40B4-BE49-F238E27FC236}">
                <a16:creationId xmlns:a16="http://schemas.microsoft.com/office/drawing/2014/main" id="{D75B9A88-AB16-44EB-BBBD-71C603592A62}"/>
              </a:ext>
            </a:extLst>
          </p:cNvPr>
          <p:cNvSpPr/>
          <p:nvPr/>
        </p:nvSpPr>
        <p:spPr>
          <a:xfrm>
            <a:off x="1287465" y="3831756"/>
            <a:ext cx="815873" cy="457200"/>
          </a:xfrm>
          <a:custGeom>
            <a:avLst/>
            <a:gdLst/>
            <a:ahLst/>
            <a:cxnLst/>
            <a:rect l="0" t="0" r="0" b="0"/>
            <a:pathLst>
              <a:path w="815873" h="457200">
                <a:moveTo>
                  <a:pt x="0" y="352425"/>
                </a:moveTo>
                <a:cubicBezTo>
                  <a:pt x="0" y="410289"/>
                  <a:pt x="46910" y="457200"/>
                  <a:pt x="104775" y="457200"/>
                </a:cubicBezTo>
                <a:lnTo>
                  <a:pt x="711098" y="457200"/>
                </a:lnTo>
                <a:cubicBezTo>
                  <a:pt x="768962" y="457200"/>
                  <a:pt x="815873" y="410289"/>
                  <a:pt x="815873" y="352425"/>
                </a:cubicBezTo>
                <a:lnTo>
                  <a:pt x="815873" y="104775"/>
                </a:lnTo>
                <a:cubicBezTo>
                  <a:pt x="815873" y="46910"/>
                  <a:pt x="768962" y="0"/>
                  <a:pt x="711098" y="0"/>
                </a:cubicBezTo>
                <a:lnTo>
                  <a:pt x="104775" y="0"/>
                </a:lnTo>
                <a:cubicBezTo>
                  <a:pt x="46910" y="0"/>
                  <a:pt x="0" y="46910"/>
                  <a:pt x="0" y="104775"/>
                </a:cubicBezTo>
                <a:lnTo>
                  <a:pt x="0" y="352425"/>
                </a:lnTo>
              </a:path>
            </a:pathLst>
          </a:custGeom>
          <a:solidFill>
            <a:srgbClr val="DE58A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16">
            <a:extLst>
              <a:ext uri="{FF2B5EF4-FFF2-40B4-BE49-F238E27FC236}">
                <a16:creationId xmlns:a16="http://schemas.microsoft.com/office/drawing/2014/main" id="{87DACCC0-55E0-4A91-B7EE-40DA2B6B0242}"/>
              </a:ext>
            </a:extLst>
          </p:cNvPr>
          <p:cNvSpPr/>
          <p:nvPr/>
        </p:nvSpPr>
        <p:spPr>
          <a:xfrm>
            <a:off x="1287465" y="3831756"/>
            <a:ext cx="815875" cy="457200"/>
          </a:xfrm>
          <a:custGeom>
            <a:avLst/>
            <a:gdLst/>
            <a:ahLst/>
            <a:cxnLst/>
            <a:rect l="0" t="0" r="0" b="0"/>
            <a:pathLst>
              <a:path w="815875" h="457200">
                <a:moveTo>
                  <a:pt x="104775" y="0"/>
                </a:moveTo>
                <a:cubicBezTo>
                  <a:pt x="46909" y="0"/>
                  <a:pt x="0" y="46909"/>
                  <a:pt x="0" y="104775"/>
                </a:cubicBezTo>
                <a:moveTo>
                  <a:pt x="711100" y="0"/>
                </a:moveTo>
                <a:lnTo>
                  <a:pt x="104775" y="0"/>
                </a:lnTo>
                <a:moveTo>
                  <a:pt x="815875" y="352425"/>
                </a:moveTo>
                <a:cubicBezTo>
                  <a:pt x="815875" y="410290"/>
                  <a:pt x="768966" y="457200"/>
                  <a:pt x="711100" y="457200"/>
                </a:cubicBezTo>
                <a:moveTo>
                  <a:pt x="711100" y="0"/>
                </a:moveTo>
                <a:cubicBezTo>
                  <a:pt x="768966" y="0"/>
                  <a:pt x="815875" y="46909"/>
                  <a:pt x="815875" y="104775"/>
                </a:cubicBezTo>
                <a:moveTo>
                  <a:pt x="0" y="352425"/>
                </a:moveTo>
                <a:lnTo>
                  <a:pt x="0" y="104775"/>
                </a:lnTo>
                <a:moveTo>
                  <a:pt x="815875" y="352425"/>
                </a:moveTo>
                <a:lnTo>
                  <a:pt x="815875" y="104775"/>
                </a:lnTo>
                <a:moveTo>
                  <a:pt x="104775" y="457200"/>
                </a:moveTo>
                <a:lnTo>
                  <a:pt x="711100" y="457200"/>
                </a:lnTo>
                <a:moveTo>
                  <a:pt x="104775" y="457200"/>
                </a:moveTo>
                <a:cubicBezTo>
                  <a:pt x="46909" y="457200"/>
                  <a:pt x="0" y="410290"/>
                  <a:pt x="0" y="35242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17">
            <a:extLst>
              <a:ext uri="{FF2B5EF4-FFF2-40B4-BE49-F238E27FC236}">
                <a16:creationId xmlns:a16="http://schemas.microsoft.com/office/drawing/2014/main" id="{5070787E-BDAC-475B-A6B4-84CE6DA79D69}"/>
              </a:ext>
            </a:extLst>
          </p:cNvPr>
          <p:cNvSpPr/>
          <p:nvPr/>
        </p:nvSpPr>
        <p:spPr>
          <a:xfrm>
            <a:off x="1531543" y="4403256"/>
            <a:ext cx="571795" cy="228600"/>
          </a:xfrm>
          <a:custGeom>
            <a:avLst/>
            <a:gdLst/>
            <a:ahLst/>
            <a:cxnLst/>
            <a:rect l="0" t="0" r="0" b="0"/>
            <a:pathLst>
              <a:path w="571795" h="228600">
                <a:moveTo>
                  <a:pt x="0" y="123825"/>
                </a:moveTo>
                <a:cubicBezTo>
                  <a:pt x="0" y="181689"/>
                  <a:pt x="46910" y="228600"/>
                  <a:pt x="104775" y="228600"/>
                </a:cubicBezTo>
                <a:lnTo>
                  <a:pt x="467020" y="228600"/>
                </a:lnTo>
                <a:cubicBezTo>
                  <a:pt x="524884" y="228600"/>
                  <a:pt x="571795" y="181689"/>
                  <a:pt x="571795" y="123825"/>
                </a:cubicBezTo>
                <a:lnTo>
                  <a:pt x="571795" y="104775"/>
                </a:lnTo>
                <a:cubicBezTo>
                  <a:pt x="571795" y="46910"/>
                  <a:pt x="524884" y="0"/>
                  <a:pt x="467020" y="0"/>
                </a:cubicBezTo>
                <a:lnTo>
                  <a:pt x="104775" y="0"/>
                </a:lnTo>
                <a:cubicBezTo>
                  <a:pt x="46910" y="0"/>
                  <a:pt x="0" y="46910"/>
                  <a:pt x="0" y="104775"/>
                </a:cubicBezTo>
                <a:lnTo>
                  <a:pt x="0" y="123825"/>
                </a:lnTo>
              </a:path>
            </a:pathLst>
          </a:custGeom>
          <a:solidFill>
            <a:srgbClr val="DE58A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18">
            <a:extLst>
              <a:ext uri="{FF2B5EF4-FFF2-40B4-BE49-F238E27FC236}">
                <a16:creationId xmlns:a16="http://schemas.microsoft.com/office/drawing/2014/main" id="{17359E74-421C-43DC-A4F4-201C437C02E9}"/>
              </a:ext>
            </a:extLst>
          </p:cNvPr>
          <p:cNvSpPr/>
          <p:nvPr/>
        </p:nvSpPr>
        <p:spPr>
          <a:xfrm>
            <a:off x="1531543" y="4403256"/>
            <a:ext cx="571797" cy="228600"/>
          </a:xfrm>
          <a:custGeom>
            <a:avLst/>
            <a:gdLst/>
            <a:ahLst/>
            <a:cxnLst/>
            <a:rect l="0" t="0" r="0" b="0"/>
            <a:pathLst>
              <a:path w="571797" h="228600">
                <a:moveTo>
                  <a:pt x="104775" y="0"/>
                </a:moveTo>
                <a:cubicBezTo>
                  <a:pt x="46909" y="0"/>
                  <a:pt x="0" y="46909"/>
                  <a:pt x="0" y="104775"/>
                </a:cubicBezTo>
                <a:moveTo>
                  <a:pt x="467022" y="0"/>
                </a:moveTo>
                <a:lnTo>
                  <a:pt x="104775" y="0"/>
                </a:lnTo>
                <a:moveTo>
                  <a:pt x="571797" y="123825"/>
                </a:moveTo>
                <a:cubicBezTo>
                  <a:pt x="571797" y="181690"/>
                  <a:pt x="524887" y="228600"/>
                  <a:pt x="467022" y="228600"/>
                </a:cubicBezTo>
                <a:moveTo>
                  <a:pt x="467022" y="0"/>
                </a:moveTo>
                <a:cubicBezTo>
                  <a:pt x="524887" y="0"/>
                  <a:pt x="571797" y="46909"/>
                  <a:pt x="571797" y="104775"/>
                </a:cubicBezTo>
                <a:moveTo>
                  <a:pt x="0" y="123825"/>
                </a:moveTo>
                <a:lnTo>
                  <a:pt x="0" y="104775"/>
                </a:lnTo>
                <a:moveTo>
                  <a:pt x="571797" y="123825"/>
                </a:moveTo>
                <a:lnTo>
                  <a:pt x="571797" y="104775"/>
                </a:lnTo>
                <a:moveTo>
                  <a:pt x="104775" y="228600"/>
                </a:moveTo>
                <a:lnTo>
                  <a:pt x="467022" y="228600"/>
                </a:lnTo>
                <a:moveTo>
                  <a:pt x="104775" y="228600"/>
                </a:moveTo>
                <a:cubicBezTo>
                  <a:pt x="46909" y="228600"/>
                  <a:pt x="0" y="181690"/>
                  <a:pt x="0" y="12382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19">
            <a:extLst>
              <a:ext uri="{FF2B5EF4-FFF2-40B4-BE49-F238E27FC236}">
                <a16:creationId xmlns:a16="http://schemas.microsoft.com/office/drawing/2014/main" id="{3D524136-F2B8-4B22-99C4-7995A61E73FA}"/>
              </a:ext>
            </a:extLst>
          </p:cNvPr>
          <p:cNvSpPr/>
          <p:nvPr/>
        </p:nvSpPr>
        <p:spPr>
          <a:xfrm>
            <a:off x="1580656" y="4746156"/>
            <a:ext cx="522684" cy="228600"/>
          </a:xfrm>
          <a:custGeom>
            <a:avLst/>
            <a:gdLst/>
            <a:ahLst/>
            <a:cxnLst/>
            <a:rect l="0" t="0" r="0" b="0"/>
            <a:pathLst>
              <a:path w="522684" h="228600">
                <a:moveTo>
                  <a:pt x="0" y="123825"/>
                </a:moveTo>
                <a:cubicBezTo>
                  <a:pt x="0" y="181689"/>
                  <a:pt x="46910" y="228600"/>
                  <a:pt x="104775" y="228600"/>
                </a:cubicBezTo>
                <a:lnTo>
                  <a:pt x="417909" y="228600"/>
                </a:lnTo>
                <a:cubicBezTo>
                  <a:pt x="475773" y="228600"/>
                  <a:pt x="522684" y="181689"/>
                  <a:pt x="522684" y="123825"/>
                </a:cubicBezTo>
                <a:lnTo>
                  <a:pt x="522684" y="104775"/>
                </a:lnTo>
                <a:cubicBezTo>
                  <a:pt x="522684" y="46910"/>
                  <a:pt x="475773" y="0"/>
                  <a:pt x="417909" y="0"/>
                </a:cubicBezTo>
                <a:lnTo>
                  <a:pt x="104775" y="0"/>
                </a:lnTo>
                <a:cubicBezTo>
                  <a:pt x="46910" y="0"/>
                  <a:pt x="0" y="46910"/>
                  <a:pt x="0" y="104775"/>
                </a:cubicBezTo>
                <a:lnTo>
                  <a:pt x="0" y="123825"/>
                </a:lnTo>
              </a:path>
            </a:pathLst>
          </a:custGeom>
          <a:solidFill>
            <a:srgbClr val="DE58A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20">
            <a:extLst>
              <a:ext uri="{FF2B5EF4-FFF2-40B4-BE49-F238E27FC236}">
                <a16:creationId xmlns:a16="http://schemas.microsoft.com/office/drawing/2014/main" id="{4586232F-F85D-4DCB-BC3A-91ED4F8C2559}"/>
              </a:ext>
            </a:extLst>
          </p:cNvPr>
          <p:cNvSpPr/>
          <p:nvPr/>
        </p:nvSpPr>
        <p:spPr>
          <a:xfrm>
            <a:off x="1580656" y="4746156"/>
            <a:ext cx="522684" cy="228600"/>
          </a:xfrm>
          <a:custGeom>
            <a:avLst/>
            <a:gdLst/>
            <a:ahLst/>
            <a:cxnLst/>
            <a:rect l="0" t="0" r="0" b="0"/>
            <a:pathLst>
              <a:path w="522684" h="228600">
                <a:moveTo>
                  <a:pt x="104775" y="0"/>
                </a:moveTo>
                <a:cubicBezTo>
                  <a:pt x="46909" y="0"/>
                  <a:pt x="0" y="46909"/>
                  <a:pt x="0" y="104775"/>
                </a:cubicBezTo>
                <a:moveTo>
                  <a:pt x="417909" y="0"/>
                </a:moveTo>
                <a:lnTo>
                  <a:pt x="104775" y="0"/>
                </a:lnTo>
                <a:moveTo>
                  <a:pt x="522684" y="123825"/>
                </a:moveTo>
                <a:cubicBezTo>
                  <a:pt x="522684" y="181690"/>
                  <a:pt x="475774" y="228600"/>
                  <a:pt x="417909" y="228600"/>
                </a:cubicBezTo>
                <a:moveTo>
                  <a:pt x="417909" y="0"/>
                </a:moveTo>
                <a:cubicBezTo>
                  <a:pt x="475774" y="0"/>
                  <a:pt x="522684" y="46909"/>
                  <a:pt x="522684" y="104775"/>
                </a:cubicBezTo>
                <a:moveTo>
                  <a:pt x="0" y="123825"/>
                </a:moveTo>
                <a:lnTo>
                  <a:pt x="0" y="104775"/>
                </a:lnTo>
                <a:moveTo>
                  <a:pt x="522684" y="123825"/>
                </a:moveTo>
                <a:lnTo>
                  <a:pt x="522684" y="104775"/>
                </a:lnTo>
                <a:moveTo>
                  <a:pt x="104775" y="228600"/>
                </a:moveTo>
                <a:lnTo>
                  <a:pt x="417909" y="228600"/>
                </a:lnTo>
                <a:moveTo>
                  <a:pt x="104775" y="228600"/>
                </a:moveTo>
                <a:cubicBezTo>
                  <a:pt x="46909" y="228600"/>
                  <a:pt x="0" y="181690"/>
                  <a:pt x="0" y="12382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21">
            <a:extLst>
              <a:ext uri="{FF2B5EF4-FFF2-40B4-BE49-F238E27FC236}">
                <a16:creationId xmlns:a16="http://schemas.microsoft.com/office/drawing/2014/main" id="{0BBADCEF-8424-4FF5-82F9-9794990BF3E8}"/>
              </a:ext>
            </a:extLst>
          </p:cNvPr>
          <p:cNvSpPr/>
          <p:nvPr/>
        </p:nvSpPr>
        <p:spPr>
          <a:xfrm>
            <a:off x="2446241" y="4174656"/>
            <a:ext cx="911571" cy="457200"/>
          </a:xfrm>
          <a:custGeom>
            <a:avLst/>
            <a:gdLst/>
            <a:ahLst/>
            <a:cxnLst/>
            <a:rect l="0" t="0" r="0" b="0"/>
            <a:pathLst>
              <a:path w="911571" h="457200">
                <a:moveTo>
                  <a:pt x="0" y="314325"/>
                </a:moveTo>
                <a:cubicBezTo>
                  <a:pt x="0" y="393230"/>
                  <a:pt x="63969" y="457200"/>
                  <a:pt x="142875" y="457200"/>
                </a:cubicBezTo>
                <a:lnTo>
                  <a:pt x="768696" y="457200"/>
                </a:lnTo>
                <a:cubicBezTo>
                  <a:pt x="847601" y="457200"/>
                  <a:pt x="911571" y="393230"/>
                  <a:pt x="911571" y="314325"/>
                </a:cubicBezTo>
                <a:lnTo>
                  <a:pt x="911571" y="142875"/>
                </a:lnTo>
                <a:cubicBezTo>
                  <a:pt x="911571" y="63969"/>
                  <a:pt x="847601" y="0"/>
                  <a:pt x="768696" y="0"/>
                </a:cubicBezTo>
                <a:lnTo>
                  <a:pt x="142875" y="0"/>
                </a:lnTo>
                <a:cubicBezTo>
                  <a:pt x="63969" y="0"/>
                  <a:pt x="0" y="63969"/>
                  <a:pt x="0" y="142875"/>
                </a:cubicBezTo>
                <a:lnTo>
                  <a:pt x="0" y="314325"/>
                </a:lnTo>
              </a:path>
            </a:pathLst>
          </a:custGeom>
          <a:solidFill>
            <a:srgbClr val="DE58A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22">
            <a:extLst>
              <a:ext uri="{FF2B5EF4-FFF2-40B4-BE49-F238E27FC236}">
                <a16:creationId xmlns:a16="http://schemas.microsoft.com/office/drawing/2014/main" id="{3971257B-553A-4720-A8AD-07A837AC9DD7}"/>
              </a:ext>
            </a:extLst>
          </p:cNvPr>
          <p:cNvSpPr/>
          <p:nvPr/>
        </p:nvSpPr>
        <p:spPr>
          <a:xfrm>
            <a:off x="2446241" y="4174656"/>
            <a:ext cx="911572" cy="457200"/>
          </a:xfrm>
          <a:custGeom>
            <a:avLst/>
            <a:gdLst/>
            <a:ahLst/>
            <a:cxnLst/>
            <a:rect l="0" t="0" r="0" b="0"/>
            <a:pathLst>
              <a:path w="911572" h="45720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moveTo>
                  <a:pt x="768697" y="0"/>
                </a:moveTo>
                <a:lnTo>
                  <a:pt x="142875" y="0"/>
                </a:lnTo>
                <a:moveTo>
                  <a:pt x="911572" y="314325"/>
                </a:moveTo>
                <a:cubicBezTo>
                  <a:pt x="911572" y="393232"/>
                  <a:pt x="847605" y="457200"/>
                  <a:pt x="768697" y="457200"/>
                </a:cubicBezTo>
                <a:moveTo>
                  <a:pt x="768697" y="0"/>
                </a:moveTo>
                <a:cubicBezTo>
                  <a:pt x="847605" y="0"/>
                  <a:pt x="911572" y="63967"/>
                  <a:pt x="911572" y="142875"/>
                </a:cubicBezTo>
                <a:moveTo>
                  <a:pt x="0" y="314325"/>
                </a:moveTo>
                <a:lnTo>
                  <a:pt x="0" y="142875"/>
                </a:lnTo>
                <a:moveTo>
                  <a:pt x="911572" y="314325"/>
                </a:moveTo>
                <a:lnTo>
                  <a:pt x="911572" y="142875"/>
                </a:lnTo>
                <a:moveTo>
                  <a:pt x="142875" y="457200"/>
                </a:moveTo>
                <a:lnTo>
                  <a:pt x="768697" y="457200"/>
                </a:lnTo>
                <a:moveTo>
                  <a:pt x="142875" y="457200"/>
                </a:moveTo>
                <a:cubicBezTo>
                  <a:pt x="63967" y="457200"/>
                  <a:pt x="0" y="393232"/>
                  <a:pt x="0" y="31432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23">
            <a:extLst>
              <a:ext uri="{FF2B5EF4-FFF2-40B4-BE49-F238E27FC236}">
                <a16:creationId xmlns:a16="http://schemas.microsoft.com/office/drawing/2014/main" id="{727CC33C-09EF-46F5-BBEC-A4F94C299741}"/>
              </a:ext>
            </a:extLst>
          </p:cNvPr>
          <p:cNvSpPr/>
          <p:nvPr/>
        </p:nvSpPr>
        <p:spPr>
          <a:xfrm>
            <a:off x="4272213" y="2660181"/>
            <a:ext cx="1356721" cy="628650"/>
          </a:xfrm>
          <a:custGeom>
            <a:avLst/>
            <a:gdLst/>
            <a:ahLst/>
            <a:cxnLst/>
            <a:rect l="0" t="0" r="0" b="0"/>
            <a:pathLst>
              <a:path w="1356721" h="628650">
                <a:moveTo>
                  <a:pt x="0" y="466725"/>
                </a:moveTo>
                <a:cubicBezTo>
                  <a:pt x="0" y="556155"/>
                  <a:pt x="72494" y="628650"/>
                  <a:pt x="161925" y="628650"/>
                </a:cubicBezTo>
                <a:lnTo>
                  <a:pt x="1194796" y="628650"/>
                </a:lnTo>
                <a:cubicBezTo>
                  <a:pt x="1284217" y="628650"/>
                  <a:pt x="1356721" y="556155"/>
                  <a:pt x="1356721" y="466725"/>
                </a:cubicBezTo>
                <a:lnTo>
                  <a:pt x="1356721" y="161925"/>
                </a:lnTo>
                <a:cubicBezTo>
                  <a:pt x="1356721" y="72494"/>
                  <a:pt x="1284217" y="0"/>
                  <a:pt x="1194796" y="0"/>
                </a:cubicBezTo>
                <a:lnTo>
                  <a:pt x="161925" y="0"/>
                </a:lnTo>
                <a:cubicBezTo>
                  <a:pt x="72494" y="0"/>
                  <a:pt x="0" y="72494"/>
                  <a:pt x="0" y="161925"/>
                </a:cubicBezTo>
                <a:lnTo>
                  <a:pt x="0" y="466725"/>
                </a:lnTo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24">
            <a:extLst>
              <a:ext uri="{FF2B5EF4-FFF2-40B4-BE49-F238E27FC236}">
                <a16:creationId xmlns:a16="http://schemas.microsoft.com/office/drawing/2014/main" id="{C7B0AC8A-3694-454B-ABA0-68042746668E}"/>
              </a:ext>
            </a:extLst>
          </p:cNvPr>
          <p:cNvSpPr/>
          <p:nvPr/>
        </p:nvSpPr>
        <p:spPr>
          <a:xfrm>
            <a:off x="4272213" y="2660181"/>
            <a:ext cx="1356717" cy="628650"/>
          </a:xfrm>
          <a:custGeom>
            <a:avLst/>
            <a:gdLst/>
            <a:ahLst/>
            <a:cxnLst/>
            <a:rect l="0" t="0" r="0" b="0"/>
            <a:pathLst>
              <a:path w="1356717" h="628650">
                <a:moveTo>
                  <a:pt x="161925" y="0"/>
                </a:moveTo>
                <a:cubicBezTo>
                  <a:pt x="72496" y="0"/>
                  <a:pt x="0" y="72496"/>
                  <a:pt x="0" y="161925"/>
                </a:cubicBezTo>
                <a:moveTo>
                  <a:pt x="1194792" y="0"/>
                </a:moveTo>
                <a:lnTo>
                  <a:pt x="161925" y="0"/>
                </a:lnTo>
                <a:moveTo>
                  <a:pt x="1356717" y="466725"/>
                </a:moveTo>
                <a:cubicBezTo>
                  <a:pt x="1356717" y="556153"/>
                  <a:pt x="1284220" y="628650"/>
                  <a:pt x="1194792" y="628650"/>
                </a:cubicBezTo>
                <a:moveTo>
                  <a:pt x="1194792" y="0"/>
                </a:moveTo>
                <a:cubicBezTo>
                  <a:pt x="1284220" y="0"/>
                  <a:pt x="1356717" y="72496"/>
                  <a:pt x="1356717" y="161925"/>
                </a:cubicBezTo>
                <a:moveTo>
                  <a:pt x="0" y="466725"/>
                </a:moveTo>
                <a:lnTo>
                  <a:pt x="0" y="161925"/>
                </a:lnTo>
                <a:moveTo>
                  <a:pt x="1356717" y="466725"/>
                </a:moveTo>
                <a:lnTo>
                  <a:pt x="1356717" y="161925"/>
                </a:lnTo>
                <a:moveTo>
                  <a:pt x="161925" y="628650"/>
                </a:moveTo>
                <a:lnTo>
                  <a:pt x="1194792" y="628650"/>
                </a:lnTo>
                <a:moveTo>
                  <a:pt x="161925" y="628650"/>
                </a:moveTo>
                <a:cubicBezTo>
                  <a:pt x="72496" y="628650"/>
                  <a:pt x="0" y="556153"/>
                  <a:pt x="0" y="46672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25">
            <a:extLst>
              <a:ext uri="{FF2B5EF4-FFF2-40B4-BE49-F238E27FC236}">
                <a16:creationId xmlns:a16="http://schemas.microsoft.com/office/drawing/2014/main" id="{76A19EF5-DB82-49F3-B2BF-AFEE53BF933C}"/>
              </a:ext>
            </a:extLst>
          </p:cNvPr>
          <p:cNvSpPr/>
          <p:nvPr/>
        </p:nvSpPr>
        <p:spPr>
          <a:xfrm>
            <a:off x="3414963" y="1474318"/>
            <a:ext cx="800100" cy="2839640"/>
          </a:xfrm>
          <a:custGeom>
            <a:avLst/>
            <a:gdLst/>
            <a:ahLst/>
            <a:cxnLst/>
            <a:rect l="0" t="0" r="0" b="0"/>
            <a:pathLst>
              <a:path w="800100" h="2839640">
                <a:moveTo>
                  <a:pt x="800100" y="1400175"/>
                </a:moveTo>
                <a:lnTo>
                  <a:pt x="0" y="0"/>
                </a:lnTo>
                <a:moveTo>
                  <a:pt x="800100" y="1489471"/>
                </a:moveTo>
                <a:lnTo>
                  <a:pt x="0" y="1339453"/>
                </a:lnTo>
                <a:moveTo>
                  <a:pt x="800100" y="1589484"/>
                </a:moveTo>
                <a:lnTo>
                  <a:pt x="0" y="283964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26">
            <a:extLst>
              <a:ext uri="{FF2B5EF4-FFF2-40B4-BE49-F238E27FC236}">
                <a16:creationId xmlns:a16="http://schemas.microsoft.com/office/drawing/2014/main" id="{B2904327-9695-4192-A755-4F6AFB4D3FEC}"/>
              </a:ext>
            </a:extLst>
          </p:cNvPr>
          <p:cNvSpPr/>
          <p:nvPr/>
        </p:nvSpPr>
        <p:spPr>
          <a:xfrm>
            <a:off x="2227910" y="1183806"/>
            <a:ext cx="228600" cy="381000"/>
          </a:xfrm>
          <a:custGeom>
            <a:avLst/>
            <a:gdLst/>
            <a:ahLst/>
            <a:cxnLst/>
            <a:rect l="0" t="0" r="0" b="0"/>
            <a:pathLst>
              <a:path w="228600" h="381000">
                <a:moveTo>
                  <a:pt x="228600" y="152400"/>
                </a:moveTo>
                <a:lnTo>
                  <a:pt x="0" y="0"/>
                </a:lnTo>
                <a:moveTo>
                  <a:pt x="228600" y="228600"/>
                </a:moveTo>
                <a:lnTo>
                  <a:pt x="0" y="38100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27">
            <a:extLst>
              <a:ext uri="{FF2B5EF4-FFF2-40B4-BE49-F238E27FC236}">
                <a16:creationId xmlns:a16="http://schemas.microsoft.com/office/drawing/2014/main" id="{52A1AA0A-2640-4878-BA14-2B7C41D16E06}"/>
              </a:ext>
            </a:extLst>
          </p:cNvPr>
          <p:cNvSpPr/>
          <p:nvPr/>
        </p:nvSpPr>
        <p:spPr>
          <a:xfrm>
            <a:off x="1900042" y="2422056"/>
            <a:ext cx="228600" cy="714375"/>
          </a:xfrm>
          <a:custGeom>
            <a:avLst/>
            <a:gdLst/>
            <a:ahLst/>
            <a:cxnLst/>
            <a:rect l="0" t="0" r="0" b="0"/>
            <a:pathLst>
              <a:path w="228600" h="714375">
                <a:moveTo>
                  <a:pt x="228600" y="304800"/>
                </a:moveTo>
                <a:lnTo>
                  <a:pt x="0" y="0"/>
                </a:lnTo>
                <a:moveTo>
                  <a:pt x="228600" y="371475"/>
                </a:moveTo>
                <a:lnTo>
                  <a:pt x="0" y="333375"/>
                </a:lnTo>
                <a:moveTo>
                  <a:pt x="228600" y="447675"/>
                </a:moveTo>
                <a:lnTo>
                  <a:pt x="0" y="714375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28">
            <a:extLst>
              <a:ext uri="{FF2B5EF4-FFF2-40B4-BE49-F238E27FC236}">
                <a16:creationId xmlns:a16="http://schemas.microsoft.com/office/drawing/2014/main" id="{6B7D59B7-EB79-4886-91FD-DB2B159450BC}"/>
              </a:ext>
            </a:extLst>
          </p:cNvPr>
          <p:cNvSpPr/>
          <p:nvPr/>
        </p:nvSpPr>
        <p:spPr>
          <a:xfrm>
            <a:off x="2160491" y="4117506"/>
            <a:ext cx="228600" cy="666750"/>
          </a:xfrm>
          <a:custGeom>
            <a:avLst/>
            <a:gdLst/>
            <a:ahLst/>
            <a:cxnLst/>
            <a:rect l="0" t="0" r="0" b="0"/>
            <a:pathLst>
              <a:path w="228600" h="666750">
                <a:moveTo>
                  <a:pt x="228600" y="228600"/>
                </a:moveTo>
                <a:lnTo>
                  <a:pt x="0" y="0"/>
                </a:lnTo>
                <a:moveTo>
                  <a:pt x="228600" y="304800"/>
                </a:moveTo>
                <a:lnTo>
                  <a:pt x="0" y="381000"/>
                </a:lnTo>
                <a:moveTo>
                  <a:pt x="228600" y="361950"/>
                </a:moveTo>
                <a:lnTo>
                  <a:pt x="0" y="66675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9DC721-8A56-434F-9460-95770A541B4B}"/>
              </a:ext>
            </a:extLst>
          </p:cNvPr>
          <p:cNvSpPr txBox="1"/>
          <p:nvPr/>
        </p:nvSpPr>
        <p:spPr>
          <a:xfrm>
            <a:off x="2128642" y="2677326"/>
            <a:ext cx="111484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dirty="0" err="1">
                <a:solidFill>
                  <a:srgbClr val="FFFFFF"/>
                </a:solidFill>
                <a:latin typeface="Roboto"/>
              </a:rPr>
              <a:t>Психологические</a:t>
            </a:r>
            <a:r>
              <a:rPr sz="900" b="0" dirty="0">
                <a:solidFill>
                  <a:srgbClr val="FFFFFF"/>
                </a:solidFill>
                <a:latin typeface="Roboto"/>
              </a:rPr>
              <a:t>
</a:t>
            </a:r>
            <a:r>
              <a:rPr sz="900" b="0" dirty="0" err="1">
                <a:solidFill>
                  <a:srgbClr val="FFFFFF"/>
                </a:solidFill>
                <a:latin typeface="Roboto"/>
              </a:rPr>
              <a:t>барьеры</a:t>
            </a:r>
            <a:endParaRPr sz="900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DF476B-1D23-4124-B035-EA1769F731F2}"/>
              </a:ext>
            </a:extLst>
          </p:cNvPr>
          <p:cNvSpPr txBox="1"/>
          <p:nvPr/>
        </p:nvSpPr>
        <p:spPr>
          <a:xfrm>
            <a:off x="1093084" y="2635892"/>
            <a:ext cx="673598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dirty="0" err="1">
                <a:solidFill>
                  <a:srgbClr val="FFFFFF"/>
                </a:solidFill>
                <a:latin typeface="Roboto"/>
              </a:rPr>
              <a:t>Страх</a:t>
            </a:r>
            <a:r>
              <a:rPr sz="7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700" b="0" dirty="0" err="1">
                <a:solidFill>
                  <a:srgbClr val="FFFFFF"/>
                </a:solidFill>
                <a:latin typeface="Roboto"/>
              </a:rPr>
              <a:t>плохого</a:t>
            </a:r>
            <a:r>
              <a:rPr sz="700" b="0" dirty="0">
                <a:solidFill>
                  <a:srgbClr val="FFFFFF"/>
                </a:solidFill>
                <a:latin typeface="Roboto"/>
              </a:rPr>
              <a:t>
</a:t>
            </a:r>
            <a:r>
              <a:rPr sz="700" b="0" dirty="0" err="1">
                <a:solidFill>
                  <a:srgbClr val="FFFFFF"/>
                </a:solidFill>
                <a:latin typeface="Roboto"/>
              </a:rPr>
              <a:t>диагноза</a:t>
            </a:r>
            <a:endParaRPr sz="700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07A63B-859F-4C8A-B683-C7565A19E57C}"/>
              </a:ext>
            </a:extLst>
          </p:cNvPr>
          <p:cNvSpPr txBox="1"/>
          <p:nvPr/>
        </p:nvSpPr>
        <p:spPr>
          <a:xfrm>
            <a:off x="4405551" y="2782101"/>
            <a:ext cx="1090021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dirty="0" err="1">
                <a:solidFill>
                  <a:srgbClr val="FFFFFF"/>
                </a:solidFill>
                <a:latin typeface="Roboto"/>
              </a:rPr>
              <a:t>Проблема</a:t>
            </a:r>
            <a:r>
              <a:rPr sz="900" dirty="0">
                <a:solidFill>
                  <a:srgbClr val="FFFFFF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Roboto"/>
              </a:rPr>
              <a:t>позднего</a:t>
            </a:r>
            <a:r>
              <a:rPr sz="900" dirty="0">
                <a:solidFill>
                  <a:srgbClr val="FFFFFF"/>
                </a:solidFill>
                <a:latin typeface="Roboto"/>
              </a:rPr>
              <a:t>
</a:t>
            </a:r>
            <a:r>
              <a:rPr sz="900" dirty="0" err="1">
                <a:solidFill>
                  <a:srgbClr val="FFFFFF"/>
                </a:solidFill>
                <a:latin typeface="Roboto"/>
              </a:rPr>
              <a:t>выявления</a:t>
            </a:r>
            <a:r>
              <a:rPr sz="900" dirty="0">
                <a:solidFill>
                  <a:srgbClr val="FFFFFF"/>
                </a:solidFill>
                <a:latin typeface="Roboto"/>
              </a:rPr>
              <a:t>
</a:t>
            </a:r>
            <a:r>
              <a:rPr sz="900" dirty="0" err="1">
                <a:solidFill>
                  <a:srgbClr val="FFFFFF"/>
                </a:solidFill>
                <a:latin typeface="Roboto"/>
              </a:rPr>
              <a:t>деменции</a:t>
            </a:r>
            <a:endParaRPr sz="90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DD2EA3-E966-4CF1-82B5-F2D606E1F57B}"/>
              </a:ext>
            </a:extLst>
          </p:cNvPr>
          <p:cNvSpPr txBox="1"/>
          <p:nvPr/>
        </p:nvSpPr>
        <p:spPr>
          <a:xfrm>
            <a:off x="1008883" y="3093092"/>
            <a:ext cx="75783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dirty="0" err="1">
                <a:solidFill>
                  <a:srgbClr val="FFFFFF"/>
                </a:solidFill>
                <a:latin typeface="Roboto"/>
              </a:rPr>
              <a:t>Сознательное</a:t>
            </a:r>
            <a:r>
              <a:rPr sz="700" b="0" dirty="0">
                <a:solidFill>
                  <a:srgbClr val="FFFFFF"/>
                </a:solidFill>
                <a:latin typeface="Roboto"/>
              </a:rPr>
              <a:t>
</a:t>
            </a:r>
            <a:r>
              <a:rPr sz="700" b="0" dirty="0" err="1">
                <a:solidFill>
                  <a:srgbClr val="FFFFFF"/>
                </a:solidFill>
                <a:latin typeface="Roboto"/>
              </a:rPr>
              <a:t>избегание</a:t>
            </a:r>
            <a:r>
              <a:rPr sz="7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700" b="0" dirty="0" err="1">
                <a:solidFill>
                  <a:srgbClr val="FFFFFF"/>
                </a:solidFill>
                <a:latin typeface="Roboto"/>
              </a:rPr>
              <a:t>теста</a:t>
            </a:r>
            <a:endParaRPr sz="700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C53E03-DAF3-4CDD-9DD7-D93E612DE959}"/>
              </a:ext>
            </a:extLst>
          </p:cNvPr>
          <p:cNvSpPr txBox="1"/>
          <p:nvPr/>
        </p:nvSpPr>
        <p:spPr>
          <a:xfrm>
            <a:off x="739897" y="2292992"/>
            <a:ext cx="1026766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dirty="0" err="1">
                <a:solidFill>
                  <a:srgbClr val="FFFFFF"/>
                </a:solidFill>
                <a:latin typeface="Roboto"/>
              </a:rPr>
              <a:t>Отрицание</a:t>
            </a:r>
            <a:r>
              <a:rPr sz="7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700" b="0" dirty="0" err="1">
                <a:solidFill>
                  <a:srgbClr val="FFFFFF"/>
                </a:solidFill>
                <a:latin typeface="Roboto"/>
              </a:rPr>
              <a:t>проблемы</a:t>
            </a:r>
            <a:endParaRPr sz="700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0E48AC-AB8C-433A-889F-07B81F603934}"/>
              </a:ext>
            </a:extLst>
          </p:cNvPr>
          <p:cNvSpPr txBox="1"/>
          <p:nvPr/>
        </p:nvSpPr>
        <p:spPr>
          <a:xfrm>
            <a:off x="1363629" y="3893192"/>
            <a:ext cx="663473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Roboto"/>
              </a:rPr>
              <a:t>Не скачивают
медицинские
приложения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E3C455F-3244-4017-88C0-8BC96CEBCBC2}"/>
              </a:ext>
            </a:extLst>
          </p:cNvPr>
          <p:cNvSpPr txBox="1"/>
          <p:nvPr/>
        </p:nvSpPr>
        <p:spPr>
          <a:xfrm>
            <a:off x="1399997" y="1492892"/>
            <a:ext cx="694582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dirty="0" err="1">
                <a:solidFill>
                  <a:srgbClr val="FFFFFF"/>
                </a:solidFill>
                <a:latin typeface="Roboto"/>
              </a:rPr>
              <a:t>Лечение</a:t>
            </a:r>
            <a:r>
              <a:rPr sz="700" b="0" dirty="0">
                <a:solidFill>
                  <a:srgbClr val="FFFFFF"/>
                </a:solidFill>
                <a:latin typeface="Roboto"/>
              </a:rPr>
              <a:t>
</a:t>
            </a:r>
            <a:r>
              <a:rPr sz="700" b="0" dirty="0" err="1">
                <a:solidFill>
                  <a:srgbClr val="FFFFFF"/>
                </a:solidFill>
                <a:latin typeface="Roboto"/>
              </a:rPr>
              <a:t>неэффективно</a:t>
            </a:r>
            <a:endParaRPr sz="700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1E2E13-8F5F-4A74-AD71-145FBD869129}"/>
              </a:ext>
            </a:extLst>
          </p:cNvPr>
          <p:cNvSpPr txBox="1"/>
          <p:nvPr/>
        </p:nvSpPr>
        <p:spPr>
          <a:xfrm>
            <a:off x="2513658" y="1315251"/>
            <a:ext cx="729807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dirty="0" err="1">
                <a:solidFill>
                  <a:srgbClr val="FFFFFF"/>
                </a:solidFill>
                <a:latin typeface="Roboto"/>
              </a:rPr>
              <a:t>Статистика</a:t>
            </a:r>
            <a:endParaRPr sz="900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DF5986E-F009-4462-83B7-551C4C9E3390}"/>
              </a:ext>
            </a:extLst>
          </p:cNvPr>
          <p:cNvSpPr txBox="1"/>
          <p:nvPr/>
        </p:nvSpPr>
        <p:spPr>
          <a:xfrm>
            <a:off x="1136440" y="1035692"/>
            <a:ext cx="95815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dirty="0">
                <a:solidFill>
                  <a:srgbClr val="FFFFFF"/>
                </a:solidFill>
                <a:latin typeface="Roboto"/>
              </a:rPr>
              <a:t>80% </a:t>
            </a:r>
            <a:r>
              <a:rPr sz="700" b="0" dirty="0" err="1">
                <a:solidFill>
                  <a:srgbClr val="FFFFFF"/>
                </a:solidFill>
                <a:latin typeface="Roboto"/>
              </a:rPr>
              <a:t>случаев</a:t>
            </a:r>
            <a:r>
              <a:rPr sz="700" b="0" dirty="0">
                <a:solidFill>
                  <a:srgbClr val="FFFFFF"/>
                </a:solidFill>
                <a:latin typeface="Roboto"/>
              </a:rPr>
              <a:t>
</a:t>
            </a:r>
            <a:r>
              <a:rPr sz="700" b="0" dirty="0" err="1">
                <a:solidFill>
                  <a:srgbClr val="FFFFFF"/>
                </a:solidFill>
                <a:latin typeface="Roboto"/>
              </a:rPr>
              <a:t>выявляются</a:t>
            </a:r>
            <a:r>
              <a:rPr sz="7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700" b="0" dirty="0" err="1">
                <a:solidFill>
                  <a:srgbClr val="FFFFFF"/>
                </a:solidFill>
                <a:latin typeface="Roboto"/>
              </a:rPr>
              <a:t>поздно</a:t>
            </a:r>
            <a:endParaRPr sz="700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1FE2C1-13D8-466C-95E8-A5F64CF023ED}"/>
              </a:ext>
            </a:extLst>
          </p:cNvPr>
          <p:cNvSpPr txBox="1"/>
          <p:nvPr/>
        </p:nvSpPr>
        <p:spPr>
          <a:xfrm>
            <a:off x="1656809" y="4807592"/>
            <a:ext cx="370284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Roboto"/>
              </a:rPr>
              <a:t>Сложно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A4CE6DC-9327-41EE-93C1-0D6B0A2C77D5}"/>
              </a:ext>
            </a:extLst>
          </p:cNvPr>
          <p:cNvSpPr txBox="1"/>
          <p:nvPr/>
        </p:nvSpPr>
        <p:spPr>
          <a:xfrm>
            <a:off x="2227909" y="4264756"/>
            <a:ext cx="1330608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dirty="0" err="1">
                <a:solidFill>
                  <a:srgbClr val="FFFFFF"/>
                </a:solidFill>
                <a:latin typeface="Roboto"/>
              </a:rPr>
              <a:t>Технические</a:t>
            </a:r>
            <a:r>
              <a:rPr lang="ru-KZ" sz="900" b="0" dirty="0">
                <a:solidFill>
                  <a:srgbClr val="FFFFFF"/>
                </a:solidFill>
                <a:latin typeface="Roboto"/>
              </a:rPr>
              <a:t>
</a:t>
            </a:r>
            <a:r>
              <a:rPr lang="ru-RU" sz="900" b="0" dirty="0">
                <a:solidFill>
                  <a:srgbClr val="FFFFFF"/>
                </a:solidFill>
                <a:latin typeface="Roboto"/>
              </a:rPr>
              <a:t>б</a:t>
            </a:r>
            <a:r>
              <a:rPr sz="900" b="0" dirty="0" err="1">
                <a:solidFill>
                  <a:srgbClr val="FFFFFF"/>
                </a:solidFill>
                <a:latin typeface="Roboto"/>
              </a:rPr>
              <a:t>арьеры</a:t>
            </a:r>
            <a:endParaRPr sz="900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90A2FB-1EC2-488E-B898-F840607ED95D}"/>
              </a:ext>
            </a:extLst>
          </p:cNvPr>
          <p:cNvSpPr txBox="1"/>
          <p:nvPr/>
        </p:nvSpPr>
        <p:spPr>
          <a:xfrm>
            <a:off x="1864756" y="495774"/>
            <a:ext cx="1048670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500" b="1" dirty="0">
                <a:solidFill>
                  <a:srgbClr val="484848"/>
                </a:solidFill>
                <a:latin typeface="Roboto"/>
              </a:rPr>
              <a:t>Проблема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F40F0F-7BBB-4111-98C1-4012D3F975EF}"/>
              </a:ext>
            </a:extLst>
          </p:cNvPr>
          <p:cNvSpPr txBox="1"/>
          <p:nvPr/>
        </p:nvSpPr>
        <p:spPr>
          <a:xfrm>
            <a:off x="1607755" y="4464692"/>
            <a:ext cx="419395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Roboto"/>
              </a:rPr>
              <a:t>Страшно</a:t>
            </a:r>
          </a:p>
        </p:txBody>
      </p: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6B6B398C-6BF8-423F-B44B-A732938AC49C}"/>
              </a:ext>
            </a:extLst>
          </p:cNvPr>
          <p:cNvSpPr/>
          <p:nvPr/>
        </p:nvSpPr>
        <p:spPr>
          <a:xfrm>
            <a:off x="57736" y="5926639"/>
            <a:ext cx="12148706" cy="85447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0" name="Объект 2">
            <a:extLst>
              <a:ext uri="{FF2B5EF4-FFF2-40B4-BE49-F238E27FC236}">
                <a16:creationId xmlns:a16="http://schemas.microsoft.com/office/drawing/2014/main" id="{98F77DFA-CBE4-4B1A-88D1-A389FED7A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942323"/>
            <a:ext cx="12206441" cy="812991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ru-RU" sz="1800" b="1" i="0" dirty="0">
                <a:effectLst/>
                <a:latin typeface="quote-cjk-patch"/>
              </a:rPr>
              <a:t>Цель </a:t>
            </a:r>
            <a:r>
              <a:rPr lang="ru-RU" sz="1800" b="1" i="0" dirty="0" err="1">
                <a:effectLst/>
                <a:latin typeface="quote-cjk-patch"/>
              </a:rPr>
              <a:t>проекта:</a:t>
            </a:r>
            <a:r>
              <a:rPr lang="ru-RU" sz="1800" b="0" i="0" dirty="0" err="1">
                <a:effectLst/>
                <a:latin typeface="quote-cjk-patch"/>
              </a:rPr>
              <a:t>Создать</a:t>
            </a:r>
            <a:r>
              <a:rPr lang="ru-RU" sz="1800" b="0" i="0" dirty="0">
                <a:effectLst/>
                <a:latin typeface="quote-cjk-patch"/>
              </a:rPr>
              <a:t> и внедрить в Почту России и на портал Госуслуг игровой когнитивный тест, который позволит выявлять риски деменции на ранних стадиях</a:t>
            </a:r>
            <a:r>
              <a:rPr lang="ru-RU" sz="1800" dirty="0">
                <a:latin typeface="quote-cjk-patch"/>
              </a:rPr>
              <a:t>.</a:t>
            </a:r>
            <a:endParaRPr lang="ru-KZ" sz="3600" dirty="0"/>
          </a:p>
        </p:txBody>
      </p:sp>
    </p:spTree>
    <p:extLst>
      <p:ext uri="{BB962C8B-B14F-4D97-AF65-F5344CB8AC3E}">
        <p14:creationId xmlns:p14="http://schemas.microsoft.com/office/powerpoint/2010/main" val="602699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D9930-EDF5-4F1A-9A0A-42113B37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256" y="-220436"/>
            <a:ext cx="2428804" cy="1325563"/>
          </a:xfrm>
        </p:spPr>
        <p:txBody>
          <a:bodyPr/>
          <a:lstStyle/>
          <a:p>
            <a:r>
              <a:rPr lang="ru-RU" dirty="0"/>
              <a:t>Решение</a:t>
            </a:r>
            <a:endParaRPr lang="ru-KZ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5A9F7A5-C621-44AB-AF56-D7644616189E}"/>
              </a:ext>
            </a:extLst>
          </p:cNvPr>
          <p:cNvSpPr/>
          <p:nvPr/>
        </p:nvSpPr>
        <p:spPr>
          <a:xfrm>
            <a:off x="907875" y="5210376"/>
            <a:ext cx="10677246" cy="1423709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6A044164-AED2-4352-B227-6D6C12DCB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068" y="5322985"/>
            <a:ext cx="10971160" cy="4351338"/>
          </a:xfrm>
        </p:spPr>
        <p:txBody>
          <a:bodyPr/>
          <a:lstStyle/>
          <a:p>
            <a:pPr rtl="0"/>
            <a:r>
              <a:rPr lang="ru-RU" sz="2000" dirty="0"/>
              <a:t>Вместо того чтобы ждать, пока Люди обратятся к тестам, необходимо внедрить их в места, которые они уже посещают, такие как Почта и Госуслуги. </a:t>
            </a:r>
            <a:r>
              <a:rPr lang="ru-RU" sz="2000" dirty="0" err="1"/>
              <a:t>МемоКвик</a:t>
            </a:r>
            <a:r>
              <a:rPr lang="ru-RU" sz="2000" dirty="0"/>
              <a:t> предлагает встроенный сервис вместо отдельного приложения. Это короткий игровой тест (2–3 минуты) на базе механики «Найди пару»(Мемо).</a:t>
            </a:r>
            <a:endParaRPr lang="ru-KZ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1E2BD5A-D7DA-4430-97D6-477CD9B71A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48"/>
          <a:stretch/>
        </p:blipFill>
        <p:spPr>
          <a:xfrm>
            <a:off x="1135920" y="415636"/>
            <a:ext cx="9515475" cy="5275768"/>
          </a:xfrm>
          <a:prstGeom prst="rect">
            <a:avLst/>
          </a:prstGeom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363820CC-3066-4B36-AD38-72FCD8320369}"/>
              </a:ext>
            </a:extLst>
          </p:cNvPr>
          <p:cNvSpPr/>
          <p:nvPr/>
        </p:nvSpPr>
        <p:spPr>
          <a:xfrm>
            <a:off x="9044947" y="5232598"/>
            <a:ext cx="1217560" cy="196652"/>
          </a:xfrm>
          <a:prstGeom prst="round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20223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2DF52D-6538-4782-B7C5-E5F7CA91E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30642" cy="380833"/>
          </a:xfrm>
        </p:spPr>
        <p:txBody>
          <a:bodyPr>
            <a:normAutofit fontScale="90000"/>
          </a:bodyPr>
          <a:lstStyle/>
          <a:p>
            <a:r>
              <a:rPr lang="ru-RU" dirty="0"/>
              <a:t>Решение</a:t>
            </a:r>
            <a:endParaRPr lang="ru-KZ" dirty="0"/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138435A5-9987-4537-BC61-F9105C52F62F}"/>
              </a:ext>
            </a:extLst>
          </p:cNvPr>
          <p:cNvSpPr/>
          <p:nvPr/>
        </p:nvSpPr>
        <p:spPr>
          <a:xfrm>
            <a:off x="631692" y="1528782"/>
            <a:ext cx="5125272" cy="3174794"/>
          </a:xfrm>
          <a:custGeom>
            <a:avLst/>
            <a:gdLst/>
            <a:ahLst/>
            <a:cxnLst/>
            <a:rect l="0" t="0" r="0" b="0"/>
            <a:pathLst>
              <a:path w="5715000" h="3540095">
                <a:moveTo>
                  <a:pt x="0" y="1712897"/>
                </a:moveTo>
                <a:cubicBezTo>
                  <a:pt x="63125" y="1712897"/>
                  <a:pt x="114300" y="1661723"/>
                  <a:pt x="114300" y="1598597"/>
                </a:cubicBezTo>
                <a:lnTo>
                  <a:pt x="114300" y="1141397"/>
                </a:lnTo>
                <a:moveTo>
                  <a:pt x="5715000" y="1712897"/>
                </a:moveTo>
                <a:cubicBezTo>
                  <a:pt x="5651874" y="1712897"/>
                  <a:pt x="5600700" y="1661723"/>
                  <a:pt x="5600700" y="1598597"/>
                </a:cubicBezTo>
                <a:lnTo>
                  <a:pt x="5600700" y="1141397"/>
                </a:lnTo>
                <a:moveTo>
                  <a:pt x="1943100" y="1598597"/>
                </a:moveTo>
                <a:lnTo>
                  <a:pt x="1943100" y="832115"/>
                </a:lnTo>
                <a:cubicBezTo>
                  <a:pt x="1943100" y="389166"/>
                  <a:pt x="1564237" y="26897"/>
                  <a:pt x="1085850" y="0"/>
                </a:cubicBezTo>
                <a:moveTo>
                  <a:pt x="1943100" y="1941497"/>
                </a:moveTo>
                <a:lnTo>
                  <a:pt x="1943100" y="2707980"/>
                </a:lnTo>
                <a:cubicBezTo>
                  <a:pt x="1943100" y="3150929"/>
                  <a:pt x="2321962" y="3513198"/>
                  <a:pt x="2800350" y="3540095"/>
                </a:cubicBezTo>
                <a:moveTo>
                  <a:pt x="3771900" y="1941497"/>
                </a:moveTo>
                <a:lnTo>
                  <a:pt x="3771900" y="2707980"/>
                </a:lnTo>
                <a:cubicBezTo>
                  <a:pt x="3771900" y="3150929"/>
                  <a:pt x="3393037" y="3513198"/>
                  <a:pt x="2914650" y="3540095"/>
                </a:cubicBezTo>
                <a:moveTo>
                  <a:pt x="3771900" y="1598597"/>
                </a:moveTo>
                <a:lnTo>
                  <a:pt x="3771900" y="832115"/>
                </a:lnTo>
                <a:cubicBezTo>
                  <a:pt x="3771900" y="389166"/>
                  <a:pt x="4150762" y="26897"/>
                  <a:pt x="4629150" y="0"/>
                </a:cubicBezTo>
                <a:moveTo>
                  <a:pt x="971550" y="0"/>
                </a:moveTo>
                <a:cubicBezTo>
                  <a:pt x="505323" y="26213"/>
                  <a:pt x="133625" y="370966"/>
                  <a:pt x="115029" y="798497"/>
                </a:cubicBezTo>
                <a:moveTo>
                  <a:pt x="4743450" y="0"/>
                </a:moveTo>
                <a:cubicBezTo>
                  <a:pt x="5209677" y="26213"/>
                  <a:pt x="5581374" y="370966"/>
                  <a:pt x="5599970" y="798497"/>
                </a:cubicBezTo>
              </a:path>
            </a:pathLst>
          </a:custGeom>
          <a:noFill/>
          <a:ln w="14287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E169E9FB-DF9D-4964-82F2-C2083A007AEE}"/>
              </a:ext>
            </a:extLst>
          </p:cNvPr>
          <p:cNvSpPr/>
          <p:nvPr/>
        </p:nvSpPr>
        <p:spPr>
          <a:xfrm>
            <a:off x="596111" y="2301134"/>
            <a:ext cx="5228179" cy="862754"/>
          </a:xfrm>
          <a:custGeom>
            <a:avLst/>
            <a:gdLst/>
            <a:ahLst/>
            <a:cxnLst/>
            <a:rect l="0" t="0" r="0" b="0"/>
            <a:pathLst>
              <a:path w="5581650" h="962025">
                <a:moveTo>
                  <a:pt x="3705225" y="962025"/>
                </a:moveTo>
                <a:lnTo>
                  <a:pt x="3705225" y="790575"/>
                </a:lnTo>
                <a:moveTo>
                  <a:pt x="3705225" y="790575"/>
                </a:moveTo>
                <a:lnTo>
                  <a:pt x="3657600" y="838200"/>
                </a:lnTo>
                <a:moveTo>
                  <a:pt x="3705225" y="790575"/>
                </a:moveTo>
                <a:lnTo>
                  <a:pt x="3752850" y="838200"/>
                </a:lnTo>
                <a:moveTo>
                  <a:pt x="47625" y="171450"/>
                </a:moveTo>
                <a:lnTo>
                  <a:pt x="47625" y="0"/>
                </a:lnTo>
                <a:moveTo>
                  <a:pt x="47625" y="0"/>
                </a:moveTo>
                <a:lnTo>
                  <a:pt x="0" y="47625"/>
                </a:lnTo>
                <a:moveTo>
                  <a:pt x="47625" y="0"/>
                </a:moveTo>
                <a:lnTo>
                  <a:pt x="95250" y="47625"/>
                </a:lnTo>
                <a:moveTo>
                  <a:pt x="5534025" y="0"/>
                </a:moveTo>
                <a:lnTo>
                  <a:pt x="5534025" y="171450"/>
                </a:lnTo>
                <a:moveTo>
                  <a:pt x="5534025" y="171450"/>
                </a:moveTo>
                <a:lnTo>
                  <a:pt x="5581650" y="123825"/>
                </a:lnTo>
                <a:moveTo>
                  <a:pt x="5534025" y="171450"/>
                </a:moveTo>
                <a:lnTo>
                  <a:pt x="5486400" y="123825"/>
                </a:lnTo>
                <a:moveTo>
                  <a:pt x="1876425" y="790575"/>
                </a:moveTo>
                <a:lnTo>
                  <a:pt x="1876425" y="962025"/>
                </a:lnTo>
                <a:moveTo>
                  <a:pt x="1876425" y="962025"/>
                </a:moveTo>
                <a:lnTo>
                  <a:pt x="1924050" y="914400"/>
                </a:lnTo>
                <a:moveTo>
                  <a:pt x="1876425" y="962025"/>
                </a:moveTo>
                <a:lnTo>
                  <a:pt x="1828800" y="91440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48590C4-DA3B-4A81-97A4-BAF6BE69CE1C}"/>
              </a:ext>
            </a:extLst>
          </p:cNvPr>
          <p:cNvGrpSpPr/>
          <p:nvPr/>
        </p:nvGrpSpPr>
        <p:grpSpPr>
          <a:xfrm>
            <a:off x="848384" y="1480796"/>
            <a:ext cx="1435076" cy="2818899"/>
            <a:chOff x="1257298" y="1143000"/>
            <a:chExt cx="1600200" cy="3143250"/>
          </a:xfrm>
        </p:grpSpPr>
        <p:sp>
          <p:nvSpPr>
            <p:cNvPr id="7" name="Rounded Rectangle 3">
              <a:extLst>
                <a:ext uri="{FF2B5EF4-FFF2-40B4-BE49-F238E27FC236}">
                  <a16:creationId xmlns:a16="http://schemas.microsoft.com/office/drawing/2014/main" id="{3687D381-9303-4388-AC7D-F2122F82228E}"/>
                </a:ext>
              </a:extLst>
            </p:cNvPr>
            <p:cNvSpPr/>
            <p:nvPr/>
          </p:nvSpPr>
          <p:spPr>
            <a:xfrm>
              <a:off x="1257298" y="1314450"/>
              <a:ext cx="1600200" cy="2971800"/>
            </a:xfrm>
            <a:custGeom>
              <a:avLst/>
              <a:gdLst/>
              <a:ahLst/>
              <a:cxnLst/>
              <a:rect l="0" t="0" r="0" b="0"/>
              <a:pathLst>
                <a:path w="1600200" h="2971800">
                  <a:moveTo>
                    <a:pt x="1600200" y="2299449"/>
                  </a:moveTo>
                  <a:cubicBezTo>
                    <a:pt x="1600200" y="2670781"/>
                    <a:pt x="1241983" y="2971800"/>
                    <a:pt x="800100" y="2971800"/>
                  </a:cubicBezTo>
                  <a:cubicBezTo>
                    <a:pt x="358216" y="2971800"/>
                    <a:pt x="9" y="2670781"/>
                    <a:pt x="9" y="2299449"/>
                  </a:cubicBezTo>
                  <a:lnTo>
                    <a:pt x="9" y="672350"/>
                  </a:lnTo>
                  <a:cubicBezTo>
                    <a:pt x="0" y="301018"/>
                    <a:pt x="358216" y="0"/>
                    <a:pt x="800100" y="0"/>
                  </a:cubicBezTo>
                  <a:cubicBezTo>
                    <a:pt x="1241983" y="0"/>
                    <a:pt x="1600200" y="301018"/>
                    <a:pt x="1600200" y="672350"/>
                  </a:cubicBezTo>
                  <a:lnTo>
                    <a:pt x="1600200" y="2299449"/>
                  </a:lnTo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Rounded Rectangle 4">
              <a:extLst>
                <a:ext uri="{FF2B5EF4-FFF2-40B4-BE49-F238E27FC236}">
                  <a16:creationId xmlns:a16="http://schemas.microsoft.com/office/drawing/2014/main" id="{718BEEBF-3BE9-40B0-AFE5-8CCA2FCDBE0A}"/>
                </a:ext>
              </a:extLst>
            </p:cNvPr>
            <p:cNvSpPr/>
            <p:nvPr/>
          </p:nvSpPr>
          <p:spPr>
            <a:xfrm>
              <a:off x="2000248" y="11430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5"/>
                    <a:pt x="25584" y="114300"/>
                    <a:pt x="57150" y="114300"/>
                  </a:cubicBezTo>
                  <a:cubicBezTo>
                    <a:pt x="88715" y="114300"/>
                    <a:pt x="114300" y="88715"/>
                    <a:pt x="114300" y="57150"/>
                  </a:cubicBezTo>
                  <a:cubicBezTo>
                    <a:pt x="114300" y="25584"/>
                    <a:pt x="88715" y="0"/>
                    <a:pt x="57150" y="0"/>
                  </a:cubicBezTo>
                  <a:cubicBezTo>
                    <a:pt x="25584" y="0"/>
                    <a:pt x="0" y="25584"/>
                    <a:pt x="0" y="57150"/>
                  </a:cubicBezTo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E3F8BB2-C902-4E7B-BA26-D80592D68148}"/>
              </a:ext>
            </a:extLst>
          </p:cNvPr>
          <p:cNvGrpSpPr/>
          <p:nvPr/>
        </p:nvGrpSpPr>
        <p:grpSpPr>
          <a:xfrm>
            <a:off x="848385" y="1480797"/>
            <a:ext cx="1435076" cy="2818898"/>
            <a:chOff x="1257299" y="1143000"/>
            <a:chExt cx="1600200" cy="3143249"/>
          </a:xfrm>
        </p:grpSpPr>
        <p:sp>
          <p:nvSpPr>
            <p:cNvPr id="10" name="Rounded Rectangle 6">
              <a:extLst>
                <a:ext uri="{FF2B5EF4-FFF2-40B4-BE49-F238E27FC236}">
                  <a16:creationId xmlns:a16="http://schemas.microsoft.com/office/drawing/2014/main" id="{D34FD57B-0F5E-415C-A334-6BADAEC4D655}"/>
                </a:ext>
              </a:extLst>
            </p:cNvPr>
            <p:cNvSpPr/>
            <p:nvPr/>
          </p:nvSpPr>
          <p:spPr>
            <a:xfrm>
              <a:off x="1257299" y="1314450"/>
              <a:ext cx="1600200" cy="2971799"/>
            </a:xfrm>
            <a:custGeom>
              <a:avLst/>
              <a:gdLst/>
              <a:ahLst/>
              <a:cxnLst/>
              <a:rect l="0" t="0" r="0" b="0"/>
              <a:pathLst>
                <a:path w="1600200" h="2971799">
                  <a:moveTo>
                    <a:pt x="0" y="2299446"/>
                  </a:moveTo>
                  <a:cubicBezTo>
                    <a:pt x="0" y="2670777"/>
                    <a:pt x="358217" y="2971799"/>
                    <a:pt x="800100" y="2971799"/>
                  </a:cubicBezTo>
                  <a:cubicBezTo>
                    <a:pt x="1241982" y="2971799"/>
                    <a:pt x="1600200" y="2670777"/>
                    <a:pt x="1600200" y="2299446"/>
                  </a:cubicBezTo>
                  <a:moveTo>
                    <a:pt x="0" y="2299446"/>
                  </a:moveTo>
                  <a:lnTo>
                    <a:pt x="0" y="672353"/>
                  </a:lnTo>
                  <a:moveTo>
                    <a:pt x="1600200" y="2299446"/>
                  </a:moveTo>
                  <a:lnTo>
                    <a:pt x="1600200" y="672353"/>
                  </a:lnTo>
                  <a:moveTo>
                    <a:pt x="1600200" y="672352"/>
                  </a:moveTo>
                  <a:cubicBezTo>
                    <a:pt x="1600200" y="301022"/>
                    <a:pt x="1241982" y="0"/>
                    <a:pt x="800100" y="0"/>
                  </a:cubicBezTo>
                  <a:cubicBezTo>
                    <a:pt x="358217" y="0"/>
                    <a:pt x="0" y="301022"/>
                    <a:pt x="0" y="672352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7">
              <a:extLst>
                <a:ext uri="{FF2B5EF4-FFF2-40B4-BE49-F238E27FC236}">
                  <a16:creationId xmlns:a16="http://schemas.microsoft.com/office/drawing/2014/main" id="{DFC07681-7C6E-4AE6-B106-121D80604E1C}"/>
                </a:ext>
              </a:extLst>
            </p:cNvPr>
            <p:cNvSpPr/>
            <p:nvPr/>
          </p:nvSpPr>
          <p:spPr>
            <a:xfrm>
              <a:off x="2000249" y="11430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3"/>
                    <a:pt x="25586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6"/>
                    <a:pt x="88713" y="0"/>
                    <a:pt x="57150" y="0"/>
                  </a:cubicBezTo>
                  <a:cubicBezTo>
                    <a:pt x="25586" y="0"/>
                    <a:pt x="0" y="25586"/>
                    <a:pt x="0" y="57150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C337FA-B86B-40ED-B5C2-AA232F5F89E5}"/>
              </a:ext>
            </a:extLst>
          </p:cNvPr>
          <p:cNvGrpSpPr/>
          <p:nvPr/>
        </p:nvGrpSpPr>
        <p:grpSpPr>
          <a:xfrm>
            <a:off x="2476648" y="1943894"/>
            <a:ext cx="1435076" cy="2818899"/>
            <a:chOff x="3086100" y="1657350"/>
            <a:chExt cx="1600200" cy="3143250"/>
          </a:xfrm>
        </p:grpSpPr>
        <p:sp>
          <p:nvSpPr>
            <p:cNvPr id="13" name="Rounded Rectangle 9">
              <a:extLst>
                <a:ext uri="{FF2B5EF4-FFF2-40B4-BE49-F238E27FC236}">
                  <a16:creationId xmlns:a16="http://schemas.microsoft.com/office/drawing/2014/main" id="{F2DA3C60-33ED-4946-9985-37BBFAE8B586}"/>
                </a:ext>
              </a:extLst>
            </p:cNvPr>
            <p:cNvSpPr/>
            <p:nvPr/>
          </p:nvSpPr>
          <p:spPr>
            <a:xfrm>
              <a:off x="3086100" y="1657350"/>
              <a:ext cx="1600200" cy="2971800"/>
            </a:xfrm>
            <a:custGeom>
              <a:avLst/>
              <a:gdLst/>
              <a:ahLst/>
              <a:cxnLst/>
              <a:rect l="0" t="0" r="0" b="0"/>
              <a:pathLst>
                <a:path w="1600200" h="2971800">
                  <a:moveTo>
                    <a:pt x="0" y="672350"/>
                  </a:moveTo>
                  <a:cubicBezTo>
                    <a:pt x="0" y="301018"/>
                    <a:pt x="358216" y="0"/>
                    <a:pt x="800100" y="0"/>
                  </a:cubicBezTo>
                  <a:cubicBezTo>
                    <a:pt x="1241983" y="0"/>
                    <a:pt x="1600200" y="301018"/>
                    <a:pt x="1600200" y="672350"/>
                  </a:cubicBezTo>
                  <a:lnTo>
                    <a:pt x="1600200" y="2299449"/>
                  </a:lnTo>
                  <a:cubicBezTo>
                    <a:pt x="1600200" y="2670771"/>
                    <a:pt x="1241983" y="2971800"/>
                    <a:pt x="800100" y="2971800"/>
                  </a:cubicBezTo>
                  <a:cubicBezTo>
                    <a:pt x="358216" y="2971800"/>
                    <a:pt x="0" y="2670771"/>
                    <a:pt x="0" y="2299449"/>
                  </a:cubicBezTo>
                  <a:lnTo>
                    <a:pt x="0" y="672350"/>
                  </a:lnTo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0">
              <a:extLst>
                <a:ext uri="{FF2B5EF4-FFF2-40B4-BE49-F238E27FC236}">
                  <a16:creationId xmlns:a16="http://schemas.microsoft.com/office/drawing/2014/main" id="{F39B87A2-585C-4DBA-B838-D8469A792C9B}"/>
                </a:ext>
              </a:extLst>
            </p:cNvPr>
            <p:cNvSpPr/>
            <p:nvPr/>
          </p:nvSpPr>
          <p:spPr>
            <a:xfrm>
              <a:off x="3829050" y="46863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5"/>
                    <a:pt x="25584" y="114300"/>
                    <a:pt x="57150" y="114300"/>
                  </a:cubicBezTo>
                  <a:cubicBezTo>
                    <a:pt x="88715" y="114300"/>
                    <a:pt x="114300" y="88715"/>
                    <a:pt x="114300" y="57150"/>
                  </a:cubicBezTo>
                  <a:cubicBezTo>
                    <a:pt x="114300" y="25584"/>
                    <a:pt x="88715" y="0"/>
                    <a:pt x="57150" y="0"/>
                  </a:cubicBezTo>
                  <a:cubicBezTo>
                    <a:pt x="25584" y="0"/>
                    <a:pt x="0" y="25584"/>
                    <a:pt x="0" y="57150"/>
                  </a:cubicBezTo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0C0FD3E-563B-4D15-88A3-AD511181A96F}"/>
              </a:ext>
            </a:extLst>
          </p:cNvPr>
          <p:cNvGrpSpPr/>
          <p:nvPr/>
        </p:nvGrpSpPr>
        <p:grpSpPr>
          <a:xfrm>
            <a:off x="2476647" y="1943894"/>
            <a:ext cx="1435075" cy="2818899"/>
            <a:chOff x="3086099" y="1657350"/>
            <a:chExt cx="1600199" cy="3143250"/>
          </a:xfrm>
        </p:grpSpPr>
        <p:sp>
          <p:nvSpPr>
            <p:cNvPr id="16" name="Rounded Rectangle 12">
              <a:extLst>
                <a:ext uri="{FF2B5EF4-FFF2-40B4-BE49-F238E27FC236}">
                  <a16:creationId xmlns:a16="http://schemas.microsoft.com/office/drawing/2014/main" id="{DBCA0820-C86E-461E-9EBB-3B26964E7DEB}"/>
                </a:ext>
              </a:extLst>
            </p:cNvPr>
            <p:cNvSpPr/>
            <p:nvPr/>
          </p:nvSpPr>
          <p:spPr>
            <a:xfrm>
              <a:off x="3829049" y="46863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3"/>
                    <a:pt x="25586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6"/>
                    <a:pt x="88713" y="0"/>
                    <a:pt x="57150" y="0"/>
                  </a:cubicBezTo>
                  <a:cubicBezTo>
                    <a:pt x="25586" y="0"/>
                    <a:pt x="0" y="25586"/>
                    <a:pt x="0" y="57150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13">
              <a:extLst>
                <a:ext uri="{FF2B5EF4-FFF2-40B4-BE49-F238E27FC236}">
                  <a16:creationId xmlns:a16="http://schemas.microsoft.com/office/drawing/2014/main" id="{70DBBA9F-E191-4CDA-BA8C-BEC220E5B155}"/>
                </a:ext>
              </a:extLst>
            </p:cNvPr>
            <p:cNvSpPr/>
            <p:nvPr/>
          </p:nvSpPr>
          <p:spPr>
            <a:xfrm>
              <a:off x="3086099" y="1657350"/>
              <a:ext cx="1600199" cy="2971799"/>
            </a:xfrm>
            <a:custGeom>
              <a:avLst/>
              <a:gdLst/>
              <a:ahLst/>
              <a:cxnLst/>
              <a:rect l="0" t="0" r="0" b="0"/>
              <a:pathLst>
                <a:path w="1600199" h="2971799">
                  <a:moveTo>
                    <a:pt x="0" y="2299446"/>
                  </a:moveTo>
                  <a:cubicBezTo>
                    <a:pt x="0" y="2670777"/>
                    <a:pt x="358217" y="2971799"/>
                    <a:pt x="800099" y="2971799"/>
                  </a:cubicBezTo>
                  <a:cubicBezTo>
                    <a:pt x="1241982" y="2971799"/>
                    <a:pt x="1600199" y="2670777"/>
                    <a:pt x="1600199" y="2299446"/>
                  </a:cubicBezTo>
                  <a:moveTo>
                    <a:pt x="0" y="2299446"/>
                  </a:moveTo>
                  <a:lnTo>
                    <a:pt x="0" y="672353"/>
                  </a:lnTo>
                  <a:moveTo>
                    <a:pt x="1600199" y="2299446"/>
                  </a:moveTo>
                  <a:lnTo>
                    <a:pt x="1600199" y="672353"/>
                  </a:lnTo>
                  <a:moveTo>
                    <a:pt x="1600199" y="672352"/>
                  </a:moveTo>
                  <a:cubicBezTo>
                    <a:pt x="1600199" y="301022"/>
                    <a:pt x="1241982" y="0"/>
                    <a:pt x="800099" y="0"/>
                  </a:cubicBezTo>
                  <a:cubicBezTo>
                    <a:pt x="358217" y="0"/>
                    <a:pt x="0" y="301022"/>
                    <a:pt x="0" y="672352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7F81A8E-9B3E-43F1-B235-B5308DD1811B}"/>
              </a:ext>
            </a:extLst>
          </p:cNvPr>
          <p:cNvSpPr txBox="1"/>
          <p:nvPr/>
        </p:nvSpPr>
        <p:spPr>
          <a:xfrm>
            <a:off x="1247000" y="828343"/>
            <a:ext cx="3780234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dirty="0" err="1">
                <a:solidFill>
                  <a:srgbClr val="484848"/>
                </a:solidFill>
                <a:latin typeface="Roboto"/>
              </a:rPr>
              <a:t>Проверка</a:t>
            </a:r>
            <a:r>
              <a:rPr sz="1800" b="1" dirty="0">
                <a:solidFill>
                  <a:srgbClr val="484848"/>
                </a:solidFill>
                <a:latin typeface="Roboto"/>
              </a:rPr>
              <a:t> </a:t>
            </a:r>
            <a:r>
              <a:rPr sz="1800" b="1" dirty="0" err="1">
                <a:solidFill>
                  <a:srgbClr val="484848"/>
                </a:solidFill>
                <a:latin typeface="Roboto"/>
              </a:rPr>
              <a:t>памяти</a:t>
            </a:r>
            <a:r>
              <a:rPr sz="1800" b="1" dirty="0">
                <a:solidFill>
                  <a:srgbClr val="484848"/>
                </a:solidFill>
                <a:latin typeface="Roboto"/>
              </a:rPr>
              <a:t> в </a:t>
            </a:r>
            <a:r>
              <a:rPr sz="1800" b="1" dirty="0" err="1">
                <a:solidFill>
                  <a:srgbClr val="484848"/>
                </a:solidFill>
                <a:latin typeface="Roboto"/>
              </a:rPr>
              <a:t>Почте</a:t>
            </a:r>
            <a:r>
              <a:rPr sz="1800" b="1" dirty="0">
                <a:solidFill>
                  <a:srgbClr val="484848"/>
                </a:solidFill>
                <a:latin typeface="Roboto"/>
              </a:rPr>
              <a:t> </a:t>
            </a:r>
            <a:r>
              <a:rPr sz="1800" b="1" dirty="0" err="1">
                <a:solidFill>
                  <a:srgbClr val="484848"/>
                </a:solidFill>
                <a:latin typeface="Roboto"/>
              </a:rPr>
              <a:t>России</a:t>
            </a:r>
            <a:endParaRPr sz="1800" b="1" dirty="0">
              <a:solidFill>
                <a:srgbClr val="484848"/>
              </a:solidFill>
              <a:latin typeface="Roboto"/>
            </a:endParaRPr>
          </a:p>
        </p:txBody>
      </p:sp>
      <p:sp>
        <p:nvSpPr>
          <p:cNvPr id="25" name="Rounded Rectangle 22">
            <a:extLst>
              <a:ext uri="{FF2B5EF4-FFF2-40B4-BE49-F238E27FC236}">
                <a16:creationId xmlns:a16="http://schemas.microsoft.com/office/drawing/2014/main" id="{7128E814-CDDD-45FF-9821-509E36322A9E}"/>
              </a:ext>
            </a:extLst>
          </p:cNvPr>
          <p:cNvSpPr/>
          <p:nvPr/>
        </p:nvSpPr>
        <p:spPr>
          <a:xfrm>
            <a:off x="1314988" y="2091090"/>
            <a:ext cx="593788" cy="594150"/>
          </a:xfrm>
          <a:custGeom>
            <a:avLst/>
            <a:gdLst/>
            <a:ahLst/>
            <a:cxnLst/>
            <a:rect l="0" t="0" r="0" b="0"/>
            <a:pathLst>
              <a:path w="662111" h="662515">
                <a:moveTo>
                  <a:pt x="545868" y="266033"/>
                </a:moveTo>
                <a:cubicBezTo>
                  <a:pt x="550710" y="190719"/>
                  <a:pt x="546440" y="115095"/>
                  <a:pt x="533152" y="40805"/>
                </a:cubicBezTo>
                <a:cubicBezTo>
                  <a:pt x="531325" y="30435"/>
                  <a:pt x="523010" y="22432"/>
                  <a:pt x="512578" y="21002"/>
                </a:cubicBezTo>
                <a:cubicBezTo>
                  <a:pt x="355792" y="0"/>
                  <a:pt x="196905" y="0"/>
                  <a:pt x="40119" y="21002"/>
                </a:cubicBezTo>
                <a:cubicBezTo>
                  <a:pt x="29683" y="22423"/>
                  <a:pt x="21364" y="30430"/>
                  <a:pt x="19545" y="40805"/>
                </a:cubicBezTo>
                <a:cubicBezTo>
                  <a:pt x="0" y="149998"/>
                  <a:pt x="0" y="261795"/>
                  <a:pt x="19545" y="370989"/>
                </a:cubicBezTo>
                <a:cubicBezTo>
                  <a:pt x="21372" y="381359"/>
                  <a:pt x="29687" y="389362"/>
                  <a:pt x="40119" y="390791"/>
                </a:cubicBezTo>
                <a:cubicBezTo>
                  <a:pt x="141607" y="404356"/>
                  <a:pt x="244076" y="409136"/>
                  <a:pt x="346386" y="405079"/>
                </a:cubicBezTo>
                <a:moveTo>
                  <a:pt x="221370" y="127273"/>
                </a:moveTo>
                <a:lnTo>
                  <a:pt x="342242" y="196338"/>
                </a:lnTo>
                <a:cubicBezTo>
                  <a:pt x="345676" y="198295"/>
                  <a:pt x="347797" y="201944"/>
                  <a:pt x="347797" y="205897"/>
                </a:cubicBezTo>
                <a:cubicBezTo>
                  <a:pt x="347797" y="209849"/>
                  <a:pt x="345676" y="213498"/>
                  <a:pt x="342242" y="215455"/>
                </a:cubicBezTo>
                <a:lnTo>
                  <a:pt x="221370" y="284521"/>
                </a:lnTo>
                <a:cubicBezTo>
                  <a:pt x="217964" y="286447"/>
                  <a:pt x="213793" y="286424"/>
                  <a:pt x="210408" y="284461"/>
                </a:cubicBezTo>
                <a:cubicBezTo>
                  <a:pt x="207023" y="282499"/>
                  <a:pt x="204931" y="278890"/>
                  <a:pt x="204911" y="274977"/>
                </a:cubicBezTo>
                <a:lnTo>
                  <a:pt x="204911" y="136702"/>
                </a:lnTo>
                <a:cubicBezTo>
                  <a:pt x="204954" y="132803"/>
                  <a:pt x="207059" y="129217"/>
                  <a:pt x="210443" y="127279"/>
                </a:cubicBezTo>
                <a:cubicBezTo>
                  <a:pt x="213827" y="125340"/>
                  <a:pt x="217984" y="125338"/>
                  <a:pt x="221370" y="127273"/>
                </a:cubicBezTo>
                <a:close/>
                <a:moveTo>
                  <a:pt x="603847" y="380104"/>
                </a:moveTo>
                <a:cubicBezTo>
                  <a:pt x="637629" y="386442"/>
                  <a:pt x="662109" y="415941"/>
                  <a:pt x="662111" y="450313"/>
                </a:cubicBezTo>
                <a:lnTo>
                  <a:pt x="662111" y="605332"/>
                </a:lnTo>
                <a:cubicBezTo>
                  <a:pt x="662111" y="636895"/>
                  <a:pt x="636524" y="662482"/>
                  <a:pt x="604961" y="662482"/>
                </a:cubicBezTo>
                <a:lnTo>
                  <a:pt x="490661" y="662482"/>
                </a:lnTo>
                <a:cubicBezTo>
                  <a:pt x="467400" y="662515"/>
                  <a:pt x="445131" y="653063"/>
                  <a:pt x="428996" y="636308"/>
                </a:cubicBezTo>
                <a:lnTo>
                  <a:pt x="360216" y="551040"/>
                </a:lnTo>
                <a:cubicBezTo>
                  <a:pt x="349369" y="537515"/>
                  <a:pt x="350151" y="518065"/>
                  <a:pt x="362048" y="505454"/>
                </a:cubicBezTo>
                <a:cubicBezTo>
                  <a:pt x="373946" y="492844"/>
                  <a:pt x="393319" y="490933"/>
                  <a:pt x="407451" y="500976"/>
                </a:cubicBezTo>
                <a:lnTo>
                  <a:pt x="433511" y="519607"/>
                </a:lnTo>
                <a:lnTo>
                  <a:pt x="433511" y="434225"/>
                </a:lnTo>
                <a:cubicBezTo>
                  <a:pt x="433512" y="412973"/>
                  <a:pt x="442975" y="392824"/>
                  <a:pt x="459330" y="379253"/>
                </a:cubicBezTo>
                <a:cubicBezTo>
                  <a:pt x="475685" y="365682"/>
                  <a:pt x="497234" y="360098"/>
                  <a:pt x="518122" y="364016"/>
                </a:cubicBezTo>
                <a:close/>
                <a:moveTo>
                  <a:pt x="519236" y="364216"/>
                </a:moveTo>
                <a:lnTo>
                  <a:pt x="519236" y="476745"/>
                </a:lnTo>
                <a:moveTo>
                  <a:pt x="590673" y="377618"/>
                </a:moveTo>
                <a:lnTo>
                  <a:pt x="590673" y="491032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1AA50A-5A01-4905-8BB8-696B24501CE8}"/>
              </a:ext>
            </a:extLst>
          </p:cNvPr>
          <p:cNvSpPr txBox="1"/>
          <p:nvPr/>
        </p:nvSpPr>
        <p:spPr>
          <a:xfrm>
            <a:off x="2923643" y="2365723"/>
            <a:ext cx="541082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Roboto"/>
              </a:rPr>
              <a:t>Игра</a:t>
            </a:r>
            <a:endParaRPr sz="150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8" name="Rounded Rectangle 25">
            <a:extLst>
              <a:ext uri="{FF2B5EF4-FFF2-40B4-BE49-F238E27FC236}">
                <a16:creationId xmlns:a16="http://schemas.microsoft.com/office/drawing/2014/main" id="{904BE116-AE21-4534-BF65-2BF333F54F24}"/>
              </a:ext>
            </a:extLst>
          </p:cNvPr>
          <p:cNvSpPr/>
          <p:nvPr/>
        </p:nvSpPr>
        <p:spPr>
          <a:xfrm>
            <a:off x="0" y="2725940"/>
            <a:ext cx="584357" cy="474087"/>
          </a:xfrm>
          <a:custGeom>
            <a:avLst/>
            <a:gdLst/>
            <a:ahLst/>
            <a:cxnLst/>
            <a:rect l="0" t="0" r="0" b="0"/>
            <a:pathLst>
              <a:path w="651595" h="528637">
                <a:moveTo>
                  <a:pt x="57235" y="0"/>
                </a:moveTo>
                <a:lnTo>
                  <a:pt x="314410" y="0"/>
                </a:lnTo>
                <a:cubicBezTo>
                  <a:pt x="345973" y="0"/>
                  <a:pt x="371560" y="25586"/>
                  <a:pt x="371560" y="57150"/>
                </a:cubicBezTo>
                <a:lnTo>
                  <a:pt x="371560" y="357187"/>
                </a:lnTo>
                <a:cubicBezTo>
                  <a:pt x="371560" y="372969"/>
                  <a:pt x="358767" y="385762"/>
                  <a:pt x="342985" y="385762"/>
                </a:cubicBezTo>
                <a:lnTo>
                  <a:pt x="28660" y="385762"/>
                </a:lnTo>
                <a:cubicBezTo>
                  <a:pt x="12879" y="385762"/>
                  <a:pt x="85" y="372969"/>
                  <a:pt x="85" y="357187"/>
                </a:cubicBezTo>
                <a:lnTo>
                  <a:pt x="85" y="57150"/>
                </a:lnTo>
                <a:cubicBezTo>
                  <a:pt x="85" y="25586"/>
                  <a:pt x="25672" y="0"/>
                  <a:pt x="57235" y="0"/>
                </a:cubicBezTo>
                <a:close/>
                <a:moveTo>
                  <a:pt x="0" y="528637"/>
                </a:moveTo>
                <a:lnTo>
                  <a:pt x="34604" y="387134"/>
                </a:lnTo>
                <a:moveTo>
                  <a:pt x="371475" y="528637"/>
                </a:moveTo>
                <a:lnTo>
                  <a:pt x="336842" y="387134"/>
                </a:lnTo>
                <a:moveTo>
                  <a:pt x="0" y="85725"/>
                </a:moveTo>
                <a:lnTo>
                  <a:pt x="371475" y="85725"/>
                </a:lnTo>
                <a:moveTo>
                  <a:pt x="0" y="214312"/>
                </a:moveTo>
                <a:lnTo>
                  <a:pt x="371475" y="214312"/>
                </a:lnTo>
                <a:moveTo>
                  <a:pt x="5886" y="504520"/>
                </a:moveTo>
                <a:lnTo>
                  <a:pt x="365559" y="504520"/>
                </a:lnTo>
                <a:moveTo>
                  <a:pt x="20974" y="442912"/>
                </a:moveTo>
                <a:lnTo>
                  <a:pt x="350500" y="442912"/>
                </a:lnTo>
                <a:moveTo>
                  <a:pt x="157162" y="300037"/>
                </a:moveTo>
                <a:lnTo>
                  <a:pt x="214312" y="300037"/>
                </a:lnTo>
                <a:moveTo>
                  <a:pt x="583415" y="442912"/>
                </a:moveTo>
                <a:lnTo>
                  <a:pt x="532609" y="442912"/>
                </a:lnTo>
                <a:cubicBezTo>
                  <a:pt x="518579" y="442912"/>
                  <a:pt x="507206" y="431539"/>
                  <a:pt x="507206" y="417509"/>
                </a:cubicBezTo>
                <a:lnTo>
                  <a:pt x="507206" y="265061"/>
                </a:lnTo>
                <a:cubicBezTo>
                  <a:pt x="507206" y="237002"/>
                  <a:pt x="529952" y="214255"/>
                  <a:pt x="558012" y="214255"/>
                </a:cubicBezTo>
                <a:lnTo>
                  <a:pt x="558012" y="214255"/>
                </a:lnTo>
                <a:cubicBezTo>
                  <a:pt x="586038" y="214302"/>
                  <a:pt x="608733" y="237035"/>
                  <a:pt x="608733" y="265061"/>
                </a:cubicBezTo>
                <a:lnTo>
                  <a:pt x="608733" y="417509"/>
                </a:lnTo>
                <a:cubicBezTo>
                  <a:pt x="608733" y="431505"/>
                  <a:pt x="597412" y="442865"/>
                  <a:pt x="583415" y="442912"/>
                </a:cubicBezTo>
                <a:close/>
                <a:moveTo>
                  <a:pt x="507206" y="112642"/>
                </a:moveTo>
                <a:cubicBezTo>
                  <a:pt x="507197" y="140708"/>
                  <a:pt x="529946" y="163465"/>
                  <a:pt x="558012" y="163465"/>
                </a:cubicBezTo>
                <a:cubicBezTo>
                  <a:pt x="586078" y="163465"/>
                  <a:pt x="608828" y="140708"/>
                  <a:pt x="608818" y="112642"/>
                </a:cubicBezTo>
                <a:cubicBezTo>
                  <a:pt x="608828" y="84576"/>
                  <a:pt x="586078" y="61819"/>
                  <a:pt x="558012" y="61819"/>
                </a:cubicBezTo>
                <a:cubicBezTo>
                  <a:pt x="529946" y="61819"/>
                  <a:pt x="507197" y="84576"/>
                  <a:pt x="507206" y="112642"/>
                </a:cubicBezTo>
                <a:moveTo>
                  <a:pt x="480145" y="528637"/>
                </a:moveTo>
                <a:lnTo>
                  <a:pt x="480145" y="471487"/>
                </a:lnTo>
                <a:cubicBezTo>
                  <a:pt x="480145" y="455705"/>
                  <a:pt x="492939" y="442912"/>
                  <a:pt x="508720" y="442912"/>
                </a:cubicBezTo>
                <a:lnTo>
                  <a:pt x="623020" y="442912"/>
                </a:lnTo>
                <a:cubicBezTo>
                  <a:pt x="638802" y="442912"/>
                  <a:pt x="651595" y="455705"/>
                  <a:pt x="651595" y="471487"/>
                </a:cubicBezTo>
                <a:lnTo>
                  <a:pt x="651595" y="528637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690C64-BE08-452A-8F09-E7523CF7E19E}"/>
              </a:ext>
            </a:extLst>
          </p:cNvPr>
          <p:cNvSpPr txBox="1"/>
          <p:nvPr/>
        </p:nvSpPr>
        <p:spPr>
          <a:xfrm>
            <a:off x="2704909" y="2743332"/>
            <a:ext cx="895717" cy="507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 err="1">
                <a:solidFill>
                  <a:srgbClr val="FFFFFF"/>
                </a:solidFill>
                <a:latin typeface="Roboto"/>
              </a:rPr>
              <a:t>Пройдите</a:t>
            </a:r>
            <a:r>
              <a:rPr sz="1100" b="0" dirty="0">
                <a:solidFill>
                  <a:srgbClr val="FFFFFF"/>
                </a:solidFill>
                <a:latin typeface="Roboto"/>
              </a:rPr>
              <a:t> 2-
</a:t>
            </a:r>
            <a:r>
              <a:rPr sz="1100" b="0" dirty="0" err="1">
                <a:solidFill>
                  <a:srgbClr val="FFFFFF"/>
                </a:solidFill>
                <a:latin typeface="Roboto"/>
              </a:rPr>
              <a:t>минутную</a:t>
            </a:r>
            <a:r>
              <a:rPr sz="11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Roboto"/>
              </a:rPr>
              <a:t>игру</a:t>
            </a:r>
            <a:endParaRPr sz="1100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35839A-F49F-457E-BB49-78F1A8DAD5D9}"/>
              </a:ext>
            </a:extLst>
          </p:cNvPr>
          <p:cNvSpPr txBox="1"/>
          <p:nvPr/>
        </p:nvSpPr>
        <p:spPr>
          <a:xfrm>
            <a:off x="1084129" y="3085034"/>
            <a:ext cx="1012241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boto"/>
              </a:rPr>
              <a:t>Запуск игры</a:t>
            </a:r>
          </a:p>
        </p:txBody>
      </p:sp>
      <p:sp>
        <p:nvSpPr>
          <p:cNvPr id="32" name="Rounded Rectangle 29">
            <a:extLst>
              <a:ext uri="{FF2B5EF4-FFF2-40B4-BE49-F238E27FC236}">
                <a16:creationId xmlns:a16="http://schemas.microsoft.com/office/drawing/2014/main" id="{CEC8D1FC-00DB-40B2-9660-190FC49EB52D}"/>
              </a:ext>
            </a:extLst>
          </p:cNvPr>
          <p:cNvSpPr/>
          <p:nvPr/>
        </p:nvSpPr>
        <p:spPr>
          <a:xfrm>
            <a:off x="2964263" y="3300579"/>
            <a:ext cx="553926" cy="590676"/>
          </a:xfrm>
          <a:custGeom>
            <a:avLst/>
            <a:gdLst/>
            <a:ahLst/>
            <a:cxnLst/>
            <a:rect l="0" t="0" r="0" b="0"/>
            <a:pathLst>
              <a:path w="617662" h="658640">
                <a:moveTo>
                  <a:pt x="408067" y="658640"/>
                </a:moveTo>
                <a:lnTo>
                  <a:pt x="408067" y="572915"/>
                </a:lnTo>
                <a:lnTo>
                  <a:pt x="436642" y="572915"/>
                </a:lnTo>
                <a:cubicBezTo>
                  <a:pt x="483987" y="572915"/>
                  <a:pt x="522367" y="534535"/>
                  <a:pt x="522367" y="487190"/>
                </a:cubicBezTo>
                <a:lnTo>
                  <a:pt x="522367" y="401465"/>
                </a:lnTo>
                <a:lnTo>
                  <a:pt x="602663" y="401465"/>
                </a:lnTo>
                <a:cubicBezTo>
                  <a:pt x="607228" y="401465"/>
                  <a:pt x="611519" y="399283"/>
                  <a:pt x="614208" y="395594"/>
                </a:cubicBezTo>
                <a:cubicBezTo>
                  <a:pt x="616897" y="391905"/>
                  <a:pt x="617662" y="387152"/>
                  <a:pt x="616265" y="382806"/>
                </a:cubicBezTo>
                <a:cubicBezTo>
                  <a:pt x="560543" y="209556"/>
                  <a:pt x="515795" y="1415"/>
                  <a:pt x="293767" y="1415"/>
                </a:cubicBezTo>
                <a:cubicBezTo>
                  <a:pt x="148145" y="0"/>
                  <a:pt x="25137" y="109148"/>
                  <a:pt x="9217" y="253904"/>
                </a:cubicBezTo>
                <a:cubicBezTo>
                  <a:pt x="0" y="351593"/>
                  <a:pt x="42988" y="446900"/>
                  <a:pt x="122317" y="504650"/>
                </a:cubicBezTo>
                <a:lnTo>
                  <a:pt x="122317" y="658640"/>
                </a:lnTo>
                <a:moveTo>
                  <a:pt x="208042" y="144290"/>
                </a:moveTo>
                <a:lnTo>
                  <a:pt x="408067" y="144290"/>
                </a:lnTo>
                <a:cubicBezTo>
                  <a:pt x="408067" y="144290"/>
                  <a:pt x="436642" y="144290"/>
                  <a:pt x="436642" y="172865"/>
                </a:cubicBezTo>
                <a:lnTo>
                  <a:pt x="436642" y="372890"/>
                </a:lnTo>
                <a:cubicBezTo>
                  <a:pt x="436642" y="372890"/>
                  <a:pt x="436642" y="401465"/>
                  <a:pt x="408067" y="401465"/>
                </a:cubicBezTo>
                <a:lnTo>
                  <a:pt x="208042" y="401465"/>
                </a:lnTo>
                <a:cubicBezTo>
                  <a:pt x="208042" y="401465"/>
                  <a:pt x="179467" y="401465"/>
                  <a:pt x="179467" y="372890"/>
                </a:cubicBezTo>
                <a:lnTo>
                  <a:pt x="179467" y="172865"/>
                </a:lnTo>
                <a:cubicBezTo>
                  <a:pt x="179467" y="172865"/>
                  <a:pt x="179467" y="144290"/>
                  <a:pt x="208042" y="144290"/>
                </a:cubicBezTo>
                <a:moveTo>
                  <a:pt x="308055" y="265734"/>
                </a:moveTo>
                <a:cubicBezTo>
                  <a:pt x="312000" y="265734"/>
                  <a:pt x="315198" y="268932"/>
                  <a:pt x="315198" y="272878"/>
                </a:cubicBezTo>
                <a:moveTo>
                  <a:pt x="301054" y="272878"/>
                </a:moveTo>
                <a:cubicBezTo>
                  <a:pt x="301054" y="268932"/>
                  <a:pt x="304252" y="265734"/>
                  <a:pt x="308197" y="265734"/>
                </a:cubicBezTo>
                <a:moveTo>
                  <a:pt x="301054" y="272878"/>
                </a:moveTo>
                <a:cubicBezTo>
                  <a:pt x="301053" y="276768"/>
                  <a:pt x="304165" y="279944"/>
                  <a:pt x="308055" y="280022"/>
                </a:cubicBezTo>
                <a:moveTo>
                  <a:pt x="308197" y="280022"/>
                </a:moveTo>
                <a:cubicBezTo>
                  <a:pt x="312143" y="280022"/>
                  <a:pt x="315341" y="276823"/>
                  <a:pt x="315341" y="272878"/>
                </a:cubicBezTo>
                <a:moveTo>
                  <a:pt x="250905" y="208584"/>
                </a:moveTo>
                <a:cubicBezTo>
                  <a:pt x="252824" y="208546"/>
                  <a:pt x="254678" y="209281"/>
                  <a:pt x="256049" y="210625"/>
                </a:cubicBezTo>
                <a:cubicBezTo>
                  <a:pt x="257419" y="211969"/>
                  <a:pt x="258192" y="213808"/>
                  <a:pt x="258191" y="215728"/>
                </a:cubicBezTo>
                <a:moveTo>
                  <a:pt x="243904" y="215728"/>
                </a:moveTo>
                <a:cubicBezTo>
                  <a:pt x="243904" y="211782"/>
                  <a:pt x="247102" y="208584"/>
                  <a:pt x="251047" y="208584"/>
                </a:cubicBezTo>
                <a:moveTo>
                  <a:pt x="243904" y="215728"/>
                </a:moveTo>
                <a:cubicBezTo>
                  <a:pt x="243903" y="219618"/>
                  <a:pt x="247015" y="222794"/>
                  <a:pt x="250905" y="222872"/>
                </a:cubicBezTo>
                <a:moveTo>
                  <a:pt x="251047" y="222872"/>
                </a:moveTo>
                <a:cubicBezTo>
                  <a:pt x="254993" y="222872"/>
                  <a:pt x="258191" y="219673"/>
                  <a:pt x="258191" y="215728"/>
                </a:cubicBezTo>
                <a:moveTo>
                  <a:pt x="365205" y="208584"/>
                </a:moveTo>
                <a:cubicBezTo>
                  <a:pt x="367124" y="208546"/>
                  <a:pt x="368978" y="209281"/>
                  <a:pt x="370349" y="210625"/>
                </a:cubicBezTo>
                <a:cubicBezTo>
                  <a:pt x="371719" y="211969"/>
                  <a:pt x="372492" y="213808"/>
                  <a:pt x="372491" y="215728"/>
                </a:cubicBezTo>
                <a:moveTo>
                  <a:pt x="358204" y="215728"/>
                </a:moveTo>
                <a:cubicBezTo>
                  <a:pt x="358204" y="211782"/>
                  <a:pt x="361402" y="208584"/>
                  <a:pt x="365347" y="208584"/>
                </a:cubicBezTo>
                <a:moveTo>
                  <a:pt x="358204" y="215728"/>
                </a:moveTo>
                <a:cubicBezTo>
                  <a:pt x="358203" y="219618"/>
                  <a:pt x="361315" y="222794"/>
                  <a:pt x="365205" y="222872"/>
                </a:cubicBezTo>
                <a:moveTo>
                  <a:pt x="365347" y="222872"/>
                </a:moveTo>
                <a:cubicBezTo>
                  <a:pt x="369293" y="222872"/>
                  <a:pt x="372491" y="219673"/>
                  <a:pt x="372491" y="215728"/>
                </a:cubicBezTo>
                <a:moveTo>
                  <a:pt x="250905" y="322884"/>
                </a:moveTo>
                <a:cubicBezTo>
                  <a:pt x="254850" y="322884"/>
                  <a:pt x="258048" y="326082"/>
                  <a:pt x="258048" y="330028"/>
                </a:cubicBezTo>
                <a:moveTo>
                  <a:pt x="243904" y="330028"/>
                </a:moveTo>
                <a:cubicBezTo>
                  <a:pt x="243904" y="326082"/>
                  <a:pt x="247102" y="322884"/>
                  <a:pt x="251047" y="322884"/>
                </a:cubicBezTo>
                <a:moveTo>
                  <a:pt x="243904" y="330028"/>
                </a:moveTo>
                <a:cubicBezTo>
                  <a:pt x="243903" y="333918"/>
                  <a:pt x="247015" y="337094"/>
                  <a:pt x="250905" y="337172"/>
                </a:cubicBezTo>
                <a:moveTo>
                  <a:pt x="251047" y="337172"/>
                </a:moveTo>
                <a:cubicBezTo>
                  <a:pt x="254993" y="337172"/>
                  <a:pt x="258191" y="333973"/>
                  <a:pt x="258191" y="330028"/>
                </a:cubicBezTo>
                <a:moveTo>
                  <a:pt x="365205" y="322884"/>
                </a:moveTo>
                <a:cubicBezTo>
                  <a:pt x="369150" y="322884"/>
                  <a:pt x="372348" y="326082"/>
                  <a:pt x="372348" y="330028"/>
                </a:cubicBezTo>
                <a:moveTo>
                  <a:pt x="358204" y="330028"/>
                </a:moveTo>
                <a:cubicBezTo>
                  <a:pt x="358204" y="326082"/>
                  <a:pt x="361402" y="322884"/>
                  <a:pt x="365347" y="322884"/>
                </a:cubicBezTo>
                <a:moveTo>
                  <a:pt x="358204" y="330028"/>
                </a:moveTo>
                <a:cubicBezTo>
                  <a:pt x="358203" y="333918"/>
                  <a:pt x="361315" y="337094"/>
                  <a:pt x="365205" y="337172"/>
                </a:cubicBezTo>
                <a:moveTo>
                  <a:pt x="365347" y="337172"/>
                </a:moveTo>
                <a:cubicBezTo>
                  <a:pt x="369293" y="337172"/>
                  <a:pt x="372491" y="333973"/>
                  <a:pt x="372491" y="330028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CB025A-683C-45FA-8D02-56BCA2A5E5B4}"/>
              </a:ext>
            </a:extLst>
          </p:cNvPr>
          <p:cNvSpPr txBox="1"/>
          <p:nvPr/>
        </p:nvSpPr>
        <p:spPr>
          <a:xfrm>
            <a:off x="1010218" y="3552766"/>
            <a:ext cx="1111406" cy="507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Roboto"/>
              </a:rPr>
              <a:t>Нажмите кнопку
«Проверь память»</a:t>
            </a: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6ADC6536-FB30-4F17-B611-E959B3A9E242}"/>
              </a:ext>
            </a:extLst>
          </p:cNvPr>
          <p:cNvGrpSpPr/>
          <p:nvPr/>
        </p:nvGrpSpPr>
        <p:grpSpPr>
          <a:xfrm>
            <a:off x="4128930" y="1469565"/>
            <a:ext cx="1435077" cy="2818899"/>
            <a:chOff x="5602884" y="2491280"/>
            <a:chExt cx="1435077" cy="281889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95601C3-5125-42AF-A015-118A64A38CA4}"/>
                </a:ext>
              </a:extLst>
            </p:cNvPr>
            <p:cNvGrpSpPr/>
            <p:nvPr/>
          </p:nvGrpSpPr>
          <p:grpSpPr>
            <a:xfrm>
              <a:off x="5602884" y="2491280"/>
              <a:ext cx="1435076" cy="2818899"/>
              <a:chOff x="4914898" y="1143000"/>
              <a:chExt cx="1600200" cy="3143250"/>
            </a:xfrm>
          </p:grpSpPr>
          <p:sp>
            <p:nvSpPr>
              <p:cNvPr id="19" name="Rounded Rectangle 15">
                <a:extLst>
                  <a:ext uri="{FF2B5EF4-FFF2-40B4-BE49-F238E27FC236}">
                    <a16:creationId xmlns:a16="http://schemas.microsoft.com/office/drawing/2014/main" id="{32587832-F46E-4E5D-88EE-ADE0D0BF336F}"/>
                  </a:ext>
                </a:extLst>
              </p:cNvPr>
              <p:cNvSpPr/>
              <p:nvPr/>
            </p:nvSpPr>
            <p:spPr>
              <a:xfrm>
                <a:off x="4914898" y="1314450"/>
                <a:ext cx="1600200" cy="2971800"/>
              </a:xfrm>
              <a:custGeom>
                <a:avLst/>
                <a:gdLst/>
                <a:ahLst/>
                <a:cxnLst/>
                <a:rect l="0" t="0" r="0" b="0"/>
                <a:pathLst>
                  <a:path w="1600200" h="2971800">
                    <a:moveTo>
                      <a:pt x="1600200" y="2299449"/>
                    </a:moveTo>
                    <a:cubicBezTo>
                      <a:pt x="1600200" y="2670781"/>
                      <a:pt x="1241983" y="2971800"/>
                      <a:pt x="800100" y="2971800"/>
                    </a:cubicBezTo>
                    <a:cubicBezTo>
                      <a:pt x="358216" y="2971800"/>
                      <a:pt x="9" y="2670781"/>
                      <a:pt x="9" y="2299449"/>
                    </a:cubicBezTo>
                    <a:lnTo>
                      <a:pt x="9" y="672350"/>
                    </a:lnTo>
                    <a:cubicBezTo>
                      <a:pt x="0" y="301018"/>
                      <a:pt x="358216" y="0"/>
                      <a:pt x="800100" y="0"/>
                    </a:cubicBezTo>
                    <a:cubicBezTo>
                      <a:pt x="1241983" y="0"/>
                      <a:pt x="1600200" y="301018"/>
                      <a:pt x="1600200" y="672350"/>
                    </a:cubicBezTo>
                    <a:lnTo>
                      <a:pt x="1600200" y="2299449"/>
                    </a:lnTo>
                  </a:path>
                </a:pathLst>
              </a:custGeom>
              <a:solidFill>
                <a:srgbClr val="3CC58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Rounded Rectangle 16">
                <a:extLst>
                  <a:ext uri="{FF2B5EF4-FFF2-40B4-BE49-F238E27FC236}">
                    <a16:creationId xmlns:a16="http://schemas.microsoft.com/office/drawing/2014/main" id="{55E67E71-BBCF-411E-8402-330886378416}"/>
                  </a:ext>
                </a:extLst>
              </p:cNvPr>
              <p:cNvSpPr/>
              <p:nvPr/>
            </p:nvSpPr>
            <p:spPr>
              <a:xfrm>
                <a:off x="5657848" y="1143000"/>
                <a:ext cx="114300" cy="114300"/>
              </a:xfrm>
              <a:custGeom>
                <a:avLst/>
                <a:gdLst/>
                <a:ahLst/>
                <a:cxnLst/>
                <a:rect l="0" t="0" r="0" b="0"/>
                <a:pathLst>
                  <a:path w="114300" h="114300">
                    <a:moveTo>
                      <a:pt x="0" y="57150"/>
                    </a:moveTo>
                    <a:cubicBezTo>
                      <a:pt x="0" y="88715"/>
                      <a:pt x="25584" y="114300"/>
                      <a:pt x="57150" y="114300"/>
                    </a:cubicBezTo>
                    <a:cubicBezTo>
                      <a:pt x="88715" y="114300"/>
                      <a:pt x="114300" y="88715"/>
                      <a:pt x="114300" y="57150"/>
                    </a:cubicBezTo>
                    <a:cubicBezTo>
                      <a:pt x="114300" y="25584"/>
                      <a:pt x="88715" y="0"/>
                      <a:pt x="57150" y="0"/>
                    </a:cubicBezTo>
                    <a:cubicBezTo>
                      <a:pt x="25584" y="0"/>
                      <a:pt x="0" y="25584"/>
                      <a:pt x="0" y="57150"/>
                    </a:cubicBezTo>
                  </a:path>
                </a:pathLst>
              </a:custGeom>
              <a:solidFill>
                <a:srgbClr val="3CC58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674229B-E375-4945-95D0-3E8B7B9455E2}"/>
                </a:ext>
              </a:extLst>
            </p:cNvPr>
            <p:cNvGrpSpPr/>
            <p:nvPr/>
          </p:nvGrpSpPr>
          <p:grpSpPr>
            <a:xfrm>
              <a:off x="5602885" y="2491281"/>
              <a:ext cx="1435076" cy="2818898"/>
              <a:chOff x="4914899" y="1143000"/>
              <a:chExt cx="1600200" cy="3143249"/>
            </a:xfrm>
          </p:grpSpPr>
          <p:sp>
            <p:nvSpPr>
              <p:cNvPr id="22" name="Rounded Rectangle 18">
                <a:extLst>
                  <a:ext uri="{FF2B5EF4-FFF2-40B4-BE49-F238E27FC236}">
                    <a16:creationId xmlns:a16="http://schemas.microsoft.com/office/drawing/2014/main" id="{28E9088C-37CD-404E-A348-92F10CDC1636}"/>
                  </a:ext>
                </a:extLst>
              </p:cNvPr>
              <p:cNvSpPr/>
              <p:nvPr/>
            </p:nvSpPr>
            <p:spPr>
              <a:xfrm>
                <a:off x="5657849" y="1143000"/>
                <a:ext cx="114300" cy="114300"/>
              </a:xfrm>
              <a:custGeom>
                <a:avLst/>
                <a:gdLst/>
                <a:ahLst/>
                <a:cxnLst/>
                <a:rect l="0" t="0" r="0" b="0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6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6"/>
                      <a:pt x="88713" y="0"/>
                      <a:pt x="57150" y="0"/>
                    </a:cubicBezTo>
                    <a:cubicBezTo>
                      <a:pt x="25586" y="0"/>
                      <a:pt x="0" y="25586"/>
                      <a:pt x="0" y="57150"/>
                    </a:cubicBezTo>
                  </a:path>
                </a:pathLst>
              </a:custGeom>
              <a:noFill/>
              <a:ln w="1428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Rounded Rectangle 19">
                <a:extLst>
                  <a:ext uri="{FF2B5EF4-FFF2-40B4-BE49-F238E27FC236}">
                    <a16:creationId xmlns:a16="http://schemas.microsoft.com/office/drawing/2014/main" id="{6B7A0AE9-1799-412C-BB4C-6D7E5424604A}"/>
                  </a:ext>
                </a:extLst>
              </p:cNvPr>
              <p:cNvSpPr/>
              <p:nvPr/>
            </p:nvSpPr>
            <p:spPr>
              <a:xfrm>
                <a:off x="4914899" y="1314450"/>
                <a:ext cx="1600200" cy="2971799"/>
              </a:xfrm>
              <a:custGeom>
                <a:avLst/>
                <a:gdLst/>
                <a:ahLst/>
                <a:cxnLst/>
                <a:rect l="0" t="0" r="0" b="0"/>
                <a:pathLst>
                  <a:path w="1600200" h="2971799">
                    <a:moveTo>
                      <a:pt x="0" y="2299446"/>
                    </a:moveTo>
                    <a:cubicBezTo>
                      <a:pt x="0" y="2670777"/>
                      <a:pt x="358217" y="2971799"/>
                      <a:pt x="800100" y="2971799"/>
                    </a:cubicBezTo>
                    <a:cubicBezTo>
                      <a:pt x="1241982" y="2971799"/>
                      <a:pt x="1600200" y="2670777"/>
                      <a:pt x="1600200" y="2299446"/>
                    </a:cubicBezTo>
                    <a:moveTo>
                      <a:pt x="0" y="2299446"/>
                    </a:moveTo>
                    <a:lnTo>
                      <a:pt x="0" y="672353"/>
                    </a:lnTo>
                    <a:moveTo>
                      <a:pt x="1600200" y="2299446"/>
                    </a:moveTo>
                    <a:lnTo>
                      <a:pt x="1600200" y="672353"/>
                    </a:lnTo>
                    <a:moveTo>
                      <a:pt x="1600200" y="672352"/>
                    </a:moveTo>
                    <a:cubicBezTo>
                      <a:pt x="1600200" y="301022"/>
                      <a:pt x="1241982" y="0"/>
                      <a:pt x="800100" y="0"/>
                    </a:cubicBezTo>
                    <a:cubicBezTo>
                      <a:pt x="358217" y="0"/>
                      <a:pt x="0" y="301022"/>
                      <a:pt x="0" y="672352"/>
                    </a:cubicBezTo>
                  </a:path>
                </a:pathLst>
              </a:custGeom>
              <a:noFill/>
              <a:ln w="1428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6" name="Rounded Rectangle 23">
              <a:extLst>
                <a:ext uri="{FF2B5EF4-FFF2-40B4-BE49-F238E27FC236}">
                  <a16:creationId xmlns:a16="http://schemas.microsoft.com/office/drawing/2014/main" id="{BADE8697-BE1E-407E-9ACF-3FB0EA882EF2}"/>
                </a:ext>
              </a:extLst>
            </p:cNvPr>
            <p:cNvSpPr/>
            <p:nvPr/>
          </p:nvSpPr>
          <p:spPr>
            <a:xfrm>
              <a:off x="6084782" y="3149648"/>
              <a:ext cx="570736" cy="491405"/>
            </a:xfrm>
            <a:custGeom>
              <a:avLst/>
              <a:gdLst/>
              <a:ahLst/>
              <a:cxnLst/>
              <a:rect l="0" t="0" r="0" b="0"/>
              <a:pathLst>
                <a:path w="636407" h="547948">
                  <a:moveTo>
                    <a:pt x="636407" y="335861"/>
                  </a:moveTo>
                  <a:cubicBezTo>
                    <a:pt x="636407" y="351643"/>
                    <a:pt x="623614" y="364436"/>
                    <a:pt x="607832" y="364436"/>
                  </a:cubicBezTo>
                  <a:lnTo>
                    <a:pt x="28575" y="364436"/>
                  </a:lnTo>
                  <a:cubicBezTo>
                    <a:pt x="12793" y="364436"/>
                    <a:pt x="0" y="351643"/>
                    <a:pt x="0" y="335861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lnTo>
                    <a:pt x="607832" y="0"/>
                  </a:lnTo>
                  <a:cubicBezTo>
                    <a:pt x="623614" y="0"/>
                    <a:pt x="636407" y="12793"/>
                    <a:pt x="636407" y="28575"/>
                  </a:cubicBezTo>
                  <a:lnTo>
                    <a:pt x="636407" y="335861"/>
                  </a:lnTo>
                  <a:close/>
                  <a:moveTo>
                    <a:pt x="97390" y="519373"/>
                  </a:moveTo>
                  <a:cubicBezTo>
                    <a:pt x="97390" y="535155"/>
                    <a:pt x="84596" y="547948"/>
                    <a:pt x="68815" y="547948"/>
                  </a:cubicBezTo>
                  <a:lnTo>
                    <a:pt x="28589" y="547948"/>
                  </a:lnTo>
                  <a:cubicBezTo>
                    <a:pt x="12807" y="547948"/>
                    <a:pt x="14" y="535155"/>
                    <a:pt x="14" y="519373"/>
                  </a:cubicBezTo>
                  <a:lnTo>
                    <a:pt x="14" y="476139"/>
                  </a:lnTo>
                  <a:cubicBezTo>
                    <a:pt x="14" y="460360"/>
                    <a:pt x="12807" y="447564"/>
                    <a:pt x="28589" y="447564"/>
                  </a:cubicBezTo>
                  <a:lnTo>
                    <a:pt x="68815" y="447564"/>
                  </a:lnTo>
                  <a:cubicBezTo>
                    <a:pt x="84596" y="447564"/>
                    <a:pt x="97390" y="460360"/>
                    <a:pt x="97390" y="476139"/>
                  </a:cubicBezTo>
                  <a:lnTo>
                    <a:pt x="97390" y="519373"/>
                  </a:lnTo>
                  <a:close/>
                  <a:moveTo>
                    <a:pt x="277045" y="519373"/>
                  </a:moveTo>
                  <a:cubicBezTo>
                    <a:pt x="277045" y="535155"/>
                    <a:pt x="264252" y="547948"/>
                    <a:pt x="248469" y="547948"/>
                  </a:cubicBezTo>
                  <a:lnTo>
                    <a:pt x="208243" y="547948"/>
                  </a:lnTo>
                  <a:cubicBezTo>
                    <a:pt x="192462" y="547948"/>
                    <a:pt x="179668" y="535155"/>
                    <a:pt x="179668" y="519373"/>
                  </a:cubicBezTo>
                  <a:lnTo>
                    <a:pt x="179668" y="476139"/>
                  </a:lnTo>
                  <a:cubicBezTo>
                    <a:pt x="179668" y="460360"/>
                    <a:pt x="192462" y="447564"/>
                    <a:pt x="208243" y="447564"/>
                  </a:cubicBezTo>
                  <a:lnTo>
                    <a:pt x="248469" y="447564"/>
                  </a:lnTo>
                  <a:cubicBezTo>
                    <a:pt x="264252" y="447564"/>
                    <a:pt x="277045" y="460360"/>
                    <a:pt x="277045" y="476139"/>
                  </a:cubicBezTo>
                  <a:lnTo>
                    <a:pt x="277045" y="519373"/>
                  </a:lnTo>
                  <a:close/>
                  <a:moveTo>
                    <a:pt x="456753" y="519373"/>
                  </a:moveTo>
                  <a:cubicBezTo>
                    <a:pt x="456753" y="535155"/>
                    <a:pt x="443960" y="547948"/>
                    <a:pt x="428178" y="547948"/>
                  </a:cubicBezTo>
                  <a:lnTo>
                    <a:pt x="387953" y="547948"/>
                  </a:lnTo>
                  <a:cubicBezTo>
                    <a:pt x="372171" y="547948"/>
                    <a:pt x="359378" y="535155"/>
                    <a:pt x="359378" y="519373"/>
                  </a:cubicBezTo>
                  <a:lnTo>
                    <a:pt x="359378" y="476139"/>
                  </a:lnTo>
                  <a:cubicBezTo>
                    <a:pt x="359378" y="460360"/>
                    <a:pt x="372171" y="447564"/>
                    <a:pt x="387953" y="447564"/>
                  </a:cubicBezTo>
                  <a:lnTo>
                    <a:pt x="428178" y="447564"/>
                  </a:lnTo>
                  <a:cubicBezTo>
                    <a:pt x="443960" y="447564"/>
                    <a:pt x="456753" y="460360"/>
                    <a:pt x="456753" y="476139"/>
                  </a:cubicBezTo>
                  <a:lnTo>
                    <a:pt x="456753" y="519373"/>
                  </a:lnTo>
                  <a:close/>
                  <a:moveTo>
                    <a:pt x="636407" y="519373"/>
                  </a:moveTo>
                  <a:cubicBezTo>
                    <a:pt x="636407" y="535155"/>
                    <a:pt x="623614" y="547948"/>
                    <a:pt x="607832" y="547948"/>
                  </a:cubicBezTo>
                  <a:lnTo>
                    <a:pt x="567607" y="547948"/>
                  </a:lnTo>
                  <a:cubicBezTo>
                    <a:pt x="551825" y="547948"/>
                    <a:pt x="539032" y="535155"/>
                    <a:pt x="539032" y="519373"/>
                  </a:cubicBezTo>
                  <a:lnTo>
                    <a:pt x="539032" y="476139"/>
                  </a:lnTo>
                  <a:cubicBezTo>
                    <a:pt x="539032" y="460360"/>
                    <a:pt x="551825" y="447564"/>
                    <a:pt x="567607" y="447564"/>
                  </a:cubicBezTo>
                  <a:lnTo>
                    <a:pt x="607832" y="447564"/>
                  </a:lnTo>
                  <a:cubicBezTo>
                    <a:pt x="623614" y="447564"/>
                    <a:pt x="636407" y="460360"/>
                    <a:pt x="636407" y="476139"/>
                  </a:cubicBezTo>
                  <a:lnTo>
                    <a:pt x="636407" y="519373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6F10A65-E862-40F7-BE92-A356A467E1C4}"/>
                </a:ext>
              </a:extLst>
            </p:cNvPr>
            <p:cNvSpPr txBox="1"/>
            <p:nvPr/>
          </p:nvSpPr>
          <p:spPr>
            <a:xfrm>
              <a:off x="5946416" y="3836514"/>
              <a:ext cx="81684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500" b="1" dirty="0" err="1">
                  <a:solidFill>
                    <a:srgbClr val="FFFFFF"/>
                  </a:solidFill>
                  <a:latin typeface="Roboto"/>
                </a:rPr>
                <a:t>Результат</a:t>
              </a:r>
              <a:endParaRPr sz="1500" b="1" dirty="0">
                <a:solidFill>
                  <a:srgbClr val="FFFFFF"/>
                </a:solidFill>
                <a:latin typeface="Roboto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7A48E3C-E047-470D-8B18-6B578C3BF690}"/>
                </a:ext>
              </a:extLst>
            </p:cNvPr>
            <p:cNvSpPr txBox="1"/>
            <p:nvPr/>
          </p:nvSpPr>
          <p:spPr>
            <a:xfrm>
              <a:off x="5936738" y="4445451"/>
              <a:ext cx="836196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100" b="0" dirty="0" err="1">
                  <a:solidFill>
                    <a:srgbClr val="FFFFFF"/>
                  </a:solidFill>
                  <a:latin typeface="Roboto"/>
                </a:rPr>
                <a:t>Узнайте</a:t>
              </a:r>
              <a:r>
                <a:rPr sz="1100" b="0" dirty="0">
                  <a:solidFill>
                    <a:srgbClr val="FFFFFF"/>
                  </a:solidFill>
                  <a:latin typeface="Roboto"/>
                </a:rPr>
                <a:t> </a:t>
              </a:r>
              <a:r>
                <a:rPr sz="1100" b="0" dirty="0" err="1">
                  <a:solidFill>
                    <a:srgbClr val="FFFFFF"/>
                  </a:solidFill>
                  <a:latin typeface="Roboto"/>
                </a:rPr>
                <a:t>свой</a:t>
              </a:r>
              <a:r>
                <a:rPr sz="1100" b="0" dirty="0">
                  <a:solidFill>
                    <a:srgbClr val="FFFFFF"/>
                  </a:solidFill>
                  <a:latin typeface="Roboto"/>
                </a:rPr>
                <a:t>
</a:t>
              </a:r>
              <a:r>
                <a:rPr sz="1100" b="0" dirty="0" err="1">
                  <a:solidFill>
                    <a:srgbClr val="FFFFFF"/>
                  </a:solidFill>
                  <a:latin typeface="Roboto"/>
                </a:rPr>
                <a:t>результат</a:t>
              </a:r>
              <a:endParaRPr sz="1100" b="0" dirty="0">
                <a:solidFill>
                  <a:srgbClr val="FFFFFF"/>
                </a:solidFill>
                <a:latin typeface="Roboto"/>
              </a:endParaRPr>
            </a:p>
          </p:txBody>
        </p:sp>
      </p:grpSp>
      <p:sp>
        <p:nvSpPr>
          <p:cNvPr id="37" name="Rounded Rectangle 1">
            <a:extLst>
              <a:ext uri="{FF2B5EF4-FFF2-40B4-BE49-F238E27FC236}">
                <a16:creationId xmlns:a16="http://schemas.microsoft.com/office/drawing/2014/main" id="{D97C4D66-EEE1-4D0B-8F7F-41659D11AE75}"/>
              </a:ext>
            </a:extLst>
          </p:cNvPr>
          <p:cNvSpPr/>
          <p:nvPr/>
        </p:nvSpPr>
        <p:spPr>
          <a:xfrm>
            <a:off x="5992708" y="1542894"/>
            <a:ext cx="5319672" cy="3190554"/>
          </a:xfrm>
          <a:custGeom>
            <a:avLst/>
            <a:gdLst/>
            <a:ahLst/>
            <a:cxnLst/>
            <a:rect l="0" t="0" r="0" b="0"/>
            <a:pathLst>
              <a:path w="5715000" h="3540095">
                <a:moveTo>
                  <a:pt x="0" y="1712897"/>
                </a:moveTo>
                <a:cubicBezTo>
                  <a:pt x="63125" y="1712897"/>
                  <a:pt x="114300" y="1661723"/>
                  <a:pt x="114300" y="1598597"/>
                </a:cubicBezTo>
                <a:lnTo>
                  <a:pt x="114300" y="1141397"/>
                </a:lnTo>
                <a:moveTo>
                  <a:pt x="5715000" y="1712897"/>
                </a:moveTo>
                <a:cubicBezTo>
                  <a:pt x="5651874" y="1712897"/>
                  <a:pt x="5600700" y="1661723"/>
                  <a:pt x="5600700" y="1598597"/>
                </a:cubicBezTo>
                <a:lnTo>
                  <a:pt x="5600700" y="1141397"/>
                </a:lnTo>
                <a:moveTo>
                  <a:pt x="1943100" y="1598597"/>
                </a:moveTo>
                <a:lnTo>
                  <a:pt x="1943100" y="832115"/>
                </a:lnTo>
                <a:cubicBezTo>
                  <a:pt x="1943100" y="389166"/>
                  <a:pt x="1564237" y="26897"/>
                  <a:pt x="1085850" y="0"/>
                </a:cubicBezTo>
                <a:moveTo>
                  <a:pt x="1943100" y="1941497"/>
                </a:moveTo>
                <a:lnTo>
                  <a:pt x="1943100" y="2707980"/>
                </a:lnTo>
                <a:cubicBezTo>
                  <a:pt x="1943100" y="3150929"/>
                  <a:pt x="2321962" y="3513198"/>
                  <a:pt x="2800350" y="3540095"/>
                </a:cubicBezTo>
                <a:moveTo>
                  <a:pt x="3771900" y="1941497"/>
                </a:moveTo>
                <a:lnTo>
                  <a:pt x="3771900" y="2707980"/>
                </a:lnTo>
                <a:cubicBezTo>
                  <a:pt x="3771900" y="3150929"/>
                  <a:pt x="3393037" y="3513198"/>
                  <a:pt x="2914650" y="3540095"/>
                </a:cubicBezTo>
                <a:moveTo>
                  <a:pt x="3771900" y="1598597"/>
                </a:moveTo>
                <a:lnTo>
                  <a:pt x="3771900" y="832115"/>
                </a:lnTo>
                <a:cubicBezTo>
                  <a:pt x="3771900" y="389166"/>
                  <a:pt x="4150762" y="26897"/>
                  <a:pt x="4629150" y="0"/>
                </a:cubicBezTo>
                <a:moveTo>
                  <a:pt x="971550" y="0"/>
                </a:moveTo>
                <a:cubicBezTo>
                  <a:pt x="505323" y="26213"/>
                  <a:pt x="133625" y="370966"/>
                  <a:pt x="115029" y="798497"/>
                </a:cubicBezTo>
                <a:moveTo>
                  <a:pt x="4743450" y="0"/>
                </a:moveTo>
                <a:cubicBezTo>
                  <a:pt x="5209677" y="26213"/>
                  <a:pt x="5581374" y="370966"/>
                  <a:pt x="5599970" y="798497"/>
                </a:cubicBezTo>
              </a:path>
            </a:pathLst>
          </a:custGeom>
          <a:noFill/>
          <a:ln w="14287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2">
            <a:extLst>
              <a:ext uri="{FF2B5EF4-FFF2-40B4-BE49-F238E27FC236}">
                <a16:creationId xmlns:a16="http://schemas.microsoft.com/office/drawing/2014/main" id="{257AC537-F115-4BE6-877A-E6BBF7775B7F}"/>
              </a:ext>
            </a:extLst>
          </p:cNvPr>
          <p:cNvSpPr/>
          <p:nvPr/>
        </p:nvSpPr>
        <p:spPr>
          <a:xfrm>
            <a:off x="6050661" y="2283885"/>
            <a:ext cx="5195546" cy="867037"/>
          </a:xfrm>
          <a:custGeom>
            <a:avLst/>
            <a:gdLst/>
            <a:ahLst/>
            <a:cxnLst/>
            <a:rect l="0" t="0" r="0" b="0"/>
            <a:pathLst>
              <a:path w="5581650" h="962025">
                <a:moveTo>
                  <a:pt x="3705225" y="962025"/>
                </a:moveTo>
                <a:lnTo>
                  <a:pt x="3705225" y="790575"/>
                </a:lnTo>
                <a:moveTo>
                  <a:pt x="3705225" y="790575"/>
                </a:moveTo>
                <a:lnTo>
                  <a:pt x="3657600" y="838200"/>
                </a:lnTo>
                <a:moveTo>
                  <a:pt x="3705225" y="790575"/>
                </a:moveTo>
                <a:lnTo>
                  <a:pt x="3752850" y="838200"/>
                </a:lnTo>
                <a:moveTo>
                  <a:pt x="47625" y="171450"/>
                </a:moveTo>
                <a:lnTo>
                  <a:pt x="47625" y="0"/>
                </a:lnTo>
                <a:moveTo>
                  <a:pt x="47625" y="0"/>
                </a:moveTo>
                <a:lnTo>
                  <a:pt x="0" y="47625"/>
                </a:lnTo>
                <a:moveTo>
                  <a:pt x="47625" y="0"/>
                </a:moveTo>
                <a:lnTo>
                  <a:pt x="95250" y="47625"/>
                </a:lnTo>
                <a:moveTo>
                  <a:pt x="5534025" y="0"/>
                </a:moveTo>
                <a:lnTo>
                  <a:pt x="5534025" y="171450"/>
                </a:lnTo>
                <a:moveTo>
                  <a:pt x="5534025" y="171450"/>
                </a:moveTo>
                <a:lnTo>
                  <a:pt x="5581650" y="123825"/>
                </a:lnTo>
                <a:moveTo>
                  <a:pt x="5534025" y="171450"/>
                </a:moveTo>
                <a:lnTo>
                  <a:pt x="5486400" y="123825"/>
                </a:lnTo>
                <a:moveTo>
                  <a:pt x="1876425" y="790575"/>
                </a:moveTo>
                <a:lnTo>
                  <a:pt x="1876425" y="962025"/>
                </a:lnTo>
                <a:moveTo>
                  <a:pt x="1876425" y="962025"/>
                </a:moveTo>
                <a:lnTo>
                  <a:pt x="1924050" y="914400"/>
                </a:lnTo>
                <a:moveTo>
                  <a:pt x="1876425" y="962025"/>
                </a:moveTo>
                <a:lnTo>
                  <a:pt x="1828800" y="91440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9" name="Group 5">
            <a:extLst>
              <a:ext uri="{FF2B5EF4-FFF2-40B4-BE49-F238E27FC236}">
                <a16:creationId xmlns:a16="http://schemas.microsoft.com/office/drawing/2014/main" id="{F0B7E4FC-0CCF-44BF-9A33-EBB43FFB2AF6}"/>
              </a:ext>
            </a:extLst>
          </p:cNvPr>
          <p:cNvGrpSpPr/>
          <p:nvPr/>
        </p:nvGrpSpPr>
        <p:grpSpPr>
          <a:xfrm>
            <a:off x="6238000" y="1478609"/>
            <a:ext cx="1489508" cy="2832892"/>
            <a:chOff x="1257298" y="1143000"/>
            <a:chExt cx="1600200" cy="3143250"/>
          </a:xfrm>
        </p:grpSpPr>
        <p:sp>
          <p:nvSpPr>
            <p:cNvPr id="40" name="Rounded Rectangle 3">
              <a:extLst>
                <a:ext uri="{FF2B5EF4-FFF2-40B4-BE49-F238E27FC236}">
                  <a16:creationId xmlns:a16="http://schemas.microsoft.com/office/drawing/2014/main" id="{053683C7-BDB5-439E-8372-633A6B586157}"/>
                </a:ext>
              </a:extLst>
            </p:cNvPr>
            <p:cNvSpPr/>
            <p:nvPr/>
          </p:nvSpPr>
          <p:spPr>
            <a:xfrm>
              <a:off x="1257298" y="1314450"/>
              <a:ext cx="1600200" cy="2971800"/>
            </a:xfrm>
            <a:custGeom>
              <a:avLst/>
              <a:gdLst/>
              <a:ahLst/>
              <a:cxnLst/>
              <a:rect l="0" t="0" r="0" b="0"/>
              <a:pathLst>
                <a:path w="1600200" h="2971800">
                  <a:moveTo>
                    <a:pt x="1600200" y="2299449"/>
                  </a:moveTo>
                  <a:cubicBezTo>
                    <a:pt x="1600200" y="2670781"/>
                    <a:pt x="1241983" y="2971800"/>
                    <a:pt x="800100" y="2971800"/>
                  </a:cubicBezTo>
                  <a:cubicBezTo>
                    <a:pt x="358216" y="2971800"/>
                    <a:pt x="9" y="2670781"/>
                    <a:pt x="9" y="2299449"/>
                  </a:cubicBezTo>
                  <a:lnTo>
                    <a:pt x="9" y="672350"/>
                  </a:lnTo>
                  <a:cubicBezTo>
                    <a:pt x="0" y="301018"/>
                    <a:pt x="358216" y="0"/>
                    <a:pt x="800100" y="0"/>
                  </a:cubicBezTo>
                  <a:cubicBezTo>
                    <a:pt x="1241983" y="0"/>
                    <a:pt x="1600200" y="301018"/>
                    <a:pt x="1600200" y="672350"/>
                  </a:cubicBezTo>
                  <a:lnTo>
                    <a:pt x="1600200" y="2299449"/>
                  </a:lnTo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ounded Rectangle 4">
              <a:extLst>
                <a:ext uri="{FF2B5EF4-FFF2-40B4-BE49-F238E27FC236}">
                  <a16:creationId xmlns:a16="http://schemas.microsoft.com/office/drawing/2014/main" id="{66D17461-6C52-4041-A887-6A9E4BBEE188}"/>
                </a:ext>
              </a:extLst>
            </p:cNvPr>
            <p:cNvSpPr/>
            <p:nvPr/>
          </p:nvSpPr>
          <p:spPr>
            <a:xfrm>
              <a:off x="2000248" y="11430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5"/>
                    <a:pt x="25584" y="114300"/>
                    <a:pt x="57150" y="114300"/>
                  </a:cubicBezTo>
                  <a:cubicBezTo>
                    <a:pt x="88715" y="114300"/>
                    <a:pt x="114300" y="88715"/>
                    <a:pt x="114300" y="57150"/>
                  </a:cubicBezTo>
                  <a:cubicBezTo>
                    <a:pt x="114300" y="25584"/>
                    <a:pt x="88715" y="0"/>
                    <a:pt x="57150" y="0"/>
                  </a:cubicBezTo>
                  <a:cubicBezTo>
                    <a:pt x="25584" y="0"/>
                    <a:pt x="0" y="25584"/>
                    <a:pt x="0" y="57150"/>
                  </a:cubicBezTo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2" name="Group 8">
            <a:extLst>
              <a:ext uri="{FF2B5EF4-FFF2-40B4-BE49-F238E27FC236}">
                <a16:creationId xmlns:a16="http://schemas.microsoft.com/office/drawing/2014/main" id="{835F645E-8619-49AC-AF8A-98F51B2211A6}"/>
              </a:ext>
            </a:extLst>
          </p:cNvPr>
          <p:cNvGrpSpPr/>
          <p:nvPr/>
        </p:nvGrpSpPr>
        <p:grpSpPr>
          <a:xfrm>
            <a:off x="6238001" y="1478609"/>
            <a:ext cx="1489508" cy="2832891"/>
            <a:chOff x="1257299" y="1143000"/>
            <a:chExt cx="1600200" cy="3143249"/>
          </a:xfrm>
        </p:grpSpPr>
        <p:sp>
          <p:nvSpPr>
            <p:cNvPr id="43" name="Rounded Rectangle 6">
              <a:extLst>
                <a:ext uri="{FF2B5EF4-FFF2-40B4-BE49-F238E27FC236}">
                  <a16:creationId xmlns:a16="http://schemas.microsoft.com/office/drawing/2014/main" id="{0DB605F4-815E-4BBA-97FD-91D6CC79811B}"/>
                </a:ext>
              </a:extLst>
            </p:cNvPr>
            <p:cNvSpPr/>
            <p:nvPr/>
          </p:nvSpPr>
          <p:spPr>
            <a:xfrm>
              <a:off x="1257299" y="1314450"/>
              <a:ext cx="1600200" cy="2971799"/>
            </a:xfrm>
            <a:custGeom>
              <a:avLst/>
              <a:gdLst/>
              <a:ahLst/>
              <a:cxnLst/>
              <a:rect l="0" t="0" r="0" b="0"/>
              <a:pathLst>
                <a:path w="1600200" h="2971799">
                  <a:moveTo>
                    <a:pt x="0" y="2299446"/>
                  </a:moveTo>
                  <a:cubicBezTo>
                    <a:pt x="0" y="2670777"/>
                    <a:pt x="358217" y="2971799"/>
                    <a:pt x="800100" y="2971799"/>
                  </a:cubicBezTo>
                  <a:cubicBezTo>
                    <a:pt x="1241982" y="2971799"/>
                    <a:pt x="1600200" y="2670777"/>
                    <a:pt x="1600200" y="2299446"/>
                  </a:cubicBezTo>
                  <a:moveTo>
                    <a:pt x="0" y="2299446"/>
                  </a:moveTo>
                  <a:lnTo>
                    <a:pt x="0" y="672353"/>
                  </a:lnTo>
                  <a:moveTo>
                    <a:pt x="1600200" y="2299446"/>
                  </a:moveTo>
                  <a:lnTo>
                    <a:pt x="1600200" y="672353"/>
                  </a:lnTo>
                  <a:moveTo>
                    <a:pt x="1600200" y="672352"/>
                  </a:moveTo>
                  <a:cubicBezTo>
                    <a:pt x="1600200" y="301022"/>
                    <a:pt x="1241982" y="0"/>
                    <a:pt x="800100" y="0"/>
                  </a:cubicBezTo>
                  <a:cubicBezTo>
                    <a:pt x="358217" y="0"/>
                    <a:pt x="0" y="301022"/>
                    <a:pt x="0" y="672352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ounded Rectangle 7">
              <a:extLst>
                <a:ext uri="{FF2B5EF4-FFF2-40B4-BE49-F238E27FC236}">
                  <a16:creationId xmlns:a16="http://schemas.microsoft.com/office/drawing/2014/main" id="{6985758E-851D-4FAD-9405-B0E4CBE15AF3}"/>
                </a:ext>
              </a:extLst>
            </p:cNvPr>
            <p:cNvSpPr/>
            <p:nvPr/>
          </p:nvSpPr>
          <p:spPr>
            <a:xfrm>
              <a:off x="2000249" y="11430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3"/>
                    <a:pt x="25586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6"/>
                    <a:pt x="88713" y="0"/>
                    <a:pt x="57150" y="0"/>
                  </a:cubicBezTo>
                  <a:cubicBezTo>
                    <a:pt x="25586" y="0"/>
                    <a:pt x="0" y="25586"/>
                    <a:pt x="0" y="57150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5" name="Group 11">
            <a:extLst>
              <a:ext uri="{FF2B5EF4-FFF2-40B4-BE49-F238E27FC236}">
                <a16:creationId xmlns:a16="http://schemas.microsoft.com/office/drawing/2014/main" id="{0CD05B11-CB49-4600-A892-72FB20674348}"/>
              </a:ext>
            </a:extLst>
          </p:cNvPr>
          <p:cNvGrpSpPr/>
          <p:nvPr/>
        </p:nvGrpSpPr>
        <p:grpSpPr>
          <a:xfrm>
            <a:off x="7917875" y="1753280"/>
            <a:ext cx="1489508" cy="3038921"/>
            <a:chOff x="3086100" y="1428750"/>
            <a:chExt cx="1600200" cy="3371850"/>
          </a:xfrm>
        </p:grpSpPr>
        <p:sp>
          <p:nvSpPr>
            <p:cNvPr id="46" name="Rounded Rectangle 9">
              <a:extLst>
                <a:ext uri="{FF2B5EF4-FFF2-40B4-BE49-F238E27FC236}">
                  <a16:creationId xmlns:a16="http://schemas.microsoft.com/office/drawing/2014/main" id="{7C5F3DC0-13F5-4B0E-B8F9-370A140A2DA9}"/>
                </a:ext>
              </a:extLst>
            </p:cNvPr>
            <p:cNvSpPr/>
            <p:nvPr/>
          </p:nvSpPr>
          <p:spPr>
            <a:xfrm>
              <a:off x="3086100" y="1428750"/>
              <a:ext cx="1600200" cy="3200400"/>
            </a:xfrm>
            <a:custGeom>
              <a:avLst/>
              <a:gdLst/>
              <a:ahLst/>
              <a:cxnLst/>
              <a:rect l="0" t="0" r="0" b="0"/>
              <a:pathLst>
                <a:path w="1600200" h="3200400">
                  <a:moveTo>
                    <a:pt x="0" y="672350"/>
                  </a:moveTo>
                  <a:cubicBezTo>
                    <a:pt x="0" y="301018"/>
                    <a:pt x="358216" y="0"/>
                    <a:pt x="800100" y="0"/>
                  </a:cubicBezTo>
                  <a:cubicBezTo>
                    <a:pt x="1241983" y="0"/>
                    <a:pt x="1600200" y="301018"/>
                    <a:pt x="1600200" y="672350"/>
                  </a:cubicBezTo>
                  <a:lnTo>
                    <a:pt x="1600200" y="2528039"/>
                  </a:lnTo>
                  <a:cubicBezTo>
                    <a:pt x="1600200" y="2899371"/>
                    <a:pt x="1241983" y="3200400"/>
                    <a:pt x="800100" y="3200400"/>
                  </a:cubicBezTo>
                  <a:cubicBezTo>
                    <a:pt x="358216" y="3200400"/>
                    <a:pt x="0" y="2899371"/>
                    <a:pt x="0" y="2528049"/>
                  </a:cubicBezTo>
                  <a:lnTo>
                    <a:pt x="0" y="672350"/>
                  </a:lnTo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ounded Rectangle 10">
              <a:extLst>
                <a:ext uri="{FF2B5EF4-FFF2-40B4-BE49-F238E27FC236}">
                  <a16:creationId xmlns:a16="http://schemas.microsoft.com/office/drawing/2014/main" id="{3E4B977D-EE85-42BB-B6D4-DF838C2AC585}"/>
                </a:ext>
              </a:extLst>
            </p:cNvPr>
            <p:cNvSpPr/>
            <p:nvPr/>
          </p:nvSpPr>
          <p:spPr>
            <a:xfrm>
              <a:off x="3829050" y="46863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5"/>
                    <a:pt x="25584" y="114300"/>
                    <a:pt x="57150" y="114300"/>
                  </a:cubicBezTo>
                  <a:cubicBezTo>
                    <a:pt x="88715" y="114300"/>
                    <a:pt x="114300" y="88715"/>
                    <a:pt x="114300" y="57150"/>
                  </a:cubicBezTo>
                  <a:cubicBezTo>
                    <a:pt x="114300" y="25584"/>
                    <a:pt x="88715" y="0"/>
                    <a:pt x="57150" y="0"/>
                  </a:cubicBezTo>
                  <a:cubicBezTo>
                    <a:pt x="25584" y="0"/>
                    <a:pt x="0" y="25584"/>
                    <a:pt x="0" y="57150"/>
                  </a:cubicBezTo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8" name="Group 14">
            <a:extLst>
              <a:ext uri="{FF2B5EF4-FFF2-40B4-BE49-F238E27FC236}">
                <a16:creationId xmlns:a16="http://schemas.microsoft.com/office/drawing/2014/main" id="{F56E9687-5F83-46B0-B09E-6204C4C0D43A}"/>
              </a:ext>
            </a:extLst>
          </p:cNvPr>
          <p:cNvGrpSpPr/>
          <p:nvPr/>
        </p:nvGrpSpPr>
        <p:grpSpPr>
          <a:xfrm>
            <a:off x="7917874" y="1753280"/>
            <a:ext cx="1489507" cy="3038921"/>
            <a:chOff x="3086099" y="1428750"/>
            <a:chExt cx="1600199" cy="3371850"/>
          </a:xfrm>
        </p:grpSpPr>
        <p:sp>
          <p:nvSpPr>
            <p:cNvPr id="49" name="Rounded Rectangle 12">
              <a:extLst>
                <a:ext uri="{FF2B5EF4-FFF2-40B4-BE49-F238E27FC236}">
                  <a16:creationId xmlns:a16="http://schemas.microsoft.com/office/drawing/2014/main" id="{0D8F1C95-A0D3-451A-8B32-687BAF10C6A3}"/>
                </a:ext>
              </a:extLst>
            </p:cNvPr>
            <p:cNvSpPr/>
            <p:nvPr/>
          </p:nvSpPr>
          <p:spPr>
            <a:xfrm>
              <a:off x="3829049" y="46863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3"/>
                    <a:pt x="25586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6"/>
                    <a:pt x="88713" y="0"/>
                    <a:pt x="57150" y="0"/>
                  </a:cubicBezTo>
                  <a:cubicBezTo>
                    <a:pt x="25586" y="0"/>
                    <a:pt x="0" y="25586"/>
                    <a:pt x="0" y="57150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ounded Rectangle 13">
              <a:extLst>
                <a:ext uri="{FF2B5EF4-FFF2-40B4-BE49-F238E27FC236}">
                  <a16:creationId xmlns:a16="http://schemas.microsoft.com/office/drawing/2014/main" id="{B4249C05-36E0-440B-A48E-7C3E038DBCC1}"/>
                </a:ext>
              </a:extLst>
            </p:cNvPr>
            <p:cNvSpPr/>
            <p:nvPr/>
          </p:nvSpPr>
          <p:spPr>
            <a:xfrm>
              <a:off x="3086099" y="1428750"/>
              <a:ext cx="1600199" cy="3200398"/>
            </a:xfrm>
            <a:custGeom>
              <a:avLst/>
              <a:gdLst/>
              <a:ahLst/>
              <a:cxnLst/>
              <a:rect l="0" t="0" r="0" b="0"/>
              <a:pathLst>
                <a:path w="1600199" h="3200398">
                  <a:moveTo>
                    <a:pt x="0" y="2528046"/>
                  </a:moveTo>
                  <a:cubicBezTo>
                    <a:pt x="0" y="2899376"/>
                    <a:pt x="358217" y="3200398"/>
                    <a:pt x="800099" y="3200398"/>
                  </a:cubicBezTo>
                  <a:cubicBezTo>
                    <a:pt x="1241982" y="3200398"/>
                    <a:pt x="1600199" y="2899376"/>
                    <a:pt x="1600199" y="2528046"/>
                  </a:cubicBezTo>
                  <a:moveTo>
                    <a:pt x="0" y="2528045"/>
                  </a:moveTo>
                  <a:lnTo>
                    <a:pt x="0" y="672353"/>
                  </a:lnTo>
                  <a:moveTo>
                    <a:pt x="1600199" y="2528045"/>
                  </a:moveTo>
                  <a:lnTo>
                    <a:pt x="1600199" y="672353"/>
                  </a:lnTo>
                  <a:moveTo>
                    <a:pt x="1600199" y="672352"/>
                  </a:moveTo>
                  <a:cubicBezTo>
                    <a:pt x="1600199" y="301022"/>
                    <a:pt x="1241982" y="0"/>
                    <a:pt x="800099" y="0"/>
                  </a:cubicBezTo>
                  <a:cubicBezTo>
                    <a:pt x="358217" y="0"/>
                    <a:pt x="0" y="301022"/>
                    <a:pt x="0" y="672352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1" name="Group 17">
            <a:extLst>
              <a:ext uri="{FF2B5EF4-FFF2-40B4-BE49-F238E27FC236}">
                <a16:creationId xmlns:a16="http://schemas.microsoft.com/office/drawing/2014/main" id="{3B8EE041-6DA3-4873-ACBE-499E28C6415F}"/>
              </a:ext>
            </a:extLst>
          </p:cNvPr>
          <p:cNvGrpSpPr/>
          <p:nvPr/>
        </p:nvGrpSpPr>
        <p:grpSpPr>
          <a:xfrm>
            <a:off x="9658687" y="1437702"/>
            <a:ext cx="1489508" cy="3193442"/>
            <a:chOff x="4914898" y="1143000"/>
            <a:chExt cx="1600200" cy="3543300"/>
          </a:xfrm>
        </p:grpSpPr>
        <p:sp>
          <p:nvSpPr>
            <p:cNvPr id="52" name="Rounded Rectangle 15">
              <a:extLst>
                <a:ext uri="{FF2B5EF4-FFF2-40B4-BE49-F238E27FC236}">
                  <a16:creationId xmlns:a16="http://schemas.microsoft.com/office/drawing/2014/main" id="{090D34B0-E2B0-4132-B241-8E9758E1E0DE}"/>
                </a:ext>
              </a:extLst>
            </p:cNvPr>
            <p:cNvSpPr/>
            <p:nvPr/>
          </p:nvSpPr>
          <p:spPr>
            <a:xfrm>
              <a:off x="4914898" y="1314450"/>
              <a:ext cx="1600200" cy="3371850"/>
            </a:xfrm>
            <a:custGeom>
              <a:avLst/>
              <a:gdLst/>
              <a:ahLst/>
              <a:cxnLst/>
              <a:rect l="0" t="0" r="0" b="0"/>
              <a:pathLst>
                <a:path w="1600200" h="3371850">
                  <a:moveTo>
                    <a:pt x="1600200" y="2699499"/>
                  </a:moveTo>
                  <a:cubicBezTo>
                    <a:pt x="1600200" y="3070831"/>
                    <a:pt x="1241983" y="3371850"/>
                    <a:pt x="800100" y="3371850"/>
                  </a:cubicBezTo>
                  <a:cubicBezTo>
                    <a:pt x="358216" y="3371850"/>
                    <a:pt x="9" y="3070831"/>
                    <a:pt x="9" y="2699499"/>
                  </a:cubicBezTo>
                  <a:lnTo>
                    <a:pt x="9" y="672350"/>
                  </a:lnTo>
                  <a:cubicBezTo>
                    <a:pt x="0" y="301018"/>
                    <a:pt x="358216" y="0"/>
                    <a:pt x="800100" y="0"/>
                  </a:cubicBezTo>
                  <a:cubicBezTo>
                    <a:pt x="1241983" y="0"/>
                    <a:pt x="1600200" y="301018"/>
                    <a:pt x="1600200" y="672350"/>
                  </a:cubicBezTo>
                  <a:lnTo>
                    <a:pt x="1600200" y="2699499"/>
                  </a:ln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ounded Rectangle 16">
              <a:extLst>
                <a:ext uri="{FF2B5EF4-FFF2-40B4-BE49-F238E27FC236}">
                  <a16:creationId xmlns:a16="http://schemas.microsoft.com/office/drawing/2014/main" id="{3E15D98D-9F0A-4F45-BD0F-9CF30E214050}"/>
                </a:ext>
              </a:extLst>
            </p:cNvPr>
            <p:cNvSpPr/>
            <p:nvPr/>
          </p:nvSpPr>
          <p:spPr>
            <a:xfrm>
              <a:off x="5657848" y="11430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5"/>
                    <a:pt x="25584" y="114300"/>
                    <a:pt x="57150" y="114300"/>
                  </a:cubicBezTo>
                  <a:cubicBezTo>
                    <a:pt x="88715" y="114300"/>
                    <a:pt x="114300" y="88715"/>
                    <a:pt x="114300" y="57150"/>
                  </a:cubicBezTo>
                  <a:cubicBezTo>
                    <a:pt x="114300" y="25584"/>
                    <a:pt x="88715" y="0"/>
                    <a:pt x="57150" y="0"/>
                  </a:cubicBezTo>
                  <a:cubicBezTo>
                    <a:pt x="25584" y="0"/>
                    <a:pt x="0" y="25584"/>
                    <a:pt x="0" y="57150"/>
                  </a:cubicBez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4" name="Group 20">
            <a:extLst>
              <a:ext uri="{FF2B5EF4-FFF2-40B4-BE49-F238E27FC236}">
                <a16:creationId xmlns:a16="http://schemas.microsoft.com/office/drawing/2014/main" id="{3D6BC9C4-FFFF-4006-BA51-D54D83899CE4}"/>
              </a:ext>
            </a:extLst>
          </p:cNvPr>
          <p:cNvGrpSpPr/>
          <p:nvPr/>
        </p:nvGrpSpPr>
        <p:grpSpPr>
          <a:xfrm>
            <a:off x="9635172" y="1437702"/>
            <a:ext cx="1489508" cy="3193440"/>
            <a:chOff x="4914899" y="1143000"/>
            <a:chExt cx="1600200" cy="3543298"/>
          </a:xfrm>
        </p:grpSpPr>
        <p:sp>
          <p:nvSpPr>
            <p:cNvPr id="55" name="Rounded Rectangle 18">
              <a:extLst>
                <a:ext uri="{FF2B5EF4-FFF2-40B4-BE49-F238E27FC236}">
                  <a16:creationId xmlns:a16="http://schemas.microsoft.com/office/drawing/2014/main" id="{D4E8DA42-6754-4139-A148-4A6E01207BF0}"/>
                </a:ext>
              </a:extLst>
            </p:cNvPr>
            <p:cNvSpPr/>
            <p:nvPr/>
          </p:nvSpPr>
          <p:spPr>
            <a:xfrm>
              <a:off x="5657849" y="11430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3"/>
                    <a:pt x="25586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6"/>
                    <a:pt x="88713" y="0"/>
                    <a:pt x="57150" y="0"/>
                  </a:cubicBezTo>
                  <a:cubicBezTo>
                    <a:pt x="25586" y="0"/>
                    <a:pt x="0" y="25586"/>
                    <a:pt x="0" y="57150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ounded Rectangle 19">
              <a:extLst>
                <a:ext uri="{FF2B5EF4-FFF2-40B4-BE49-F238E27FC236}">
                  <a16:creationId xmlns:a16="http://schemas.microsoft.com/office/drawing/2014/main" id="{BC6043A0-7E65-47CA-94A6-A0D53FC8084E}"/>
                </a:ext>
              </a:extLst>
            </p:cNvPr>
            <p:cNvSpPr/>
            <p:nvPr/>
          </p:nvSpPr>
          <p:spPr>
            <a:xfrm>
              <a:off x="4914899" y="1314450"/>
              <a:ext cx="1600200" cy="3371848"/>
            </a:xfrm>
            <a:custGeom>
              <a:avLst/>
              <a:gdLst/>
              <a:ahLst/>
              <a:cxnLst/>
              <a:rect l="0" t="0" r="0" b="0"/>
              <a:pathLst>
                <a:path w="1600200" h="3371848">
                  <a:moveTo>
                    <a:pt x="0" y="2699496"/>
                  </a:moveTo>
                  <a:cubicBezTo>
                    <a:pt x="0" y="3070826"/>
                    <a:pt x="358217" y="3371848"/>
                    <a:pt x="800100" y="3371848"/>
                  </a:cubicBezTo>
                  <a:cubicBezTo>
                    <a:pt x="1241982" y="3371848"/>
                    <a:pt x="1600200" y="3070826"/>
                    <a:pt x="1600200" y="2699496"/>
                  </a:cubicBezTo>
                  <a:moveTo>
                    <a:pt x="0" y="2699495"/>
                  </a:moveTo>
                  <a:lnTo>
                    <a:pt x="0" y="672353"/>
                  </a:lnTo>
                  <a:moveTo>
                    <a:pt x="1600200" y="2699495"/>
                  </a:moveTo>
                  <a:lnTo>
                    <a:pt x="1600200" y="672353"/>
                  </a:lnTo>
                  <a:moveTo>
                    <a:pt x="1600200" y="672352"/>
                  </a:moveTo>
                  <a:cubicBezTo>
                    <a:pt x="1600200" y="301022"/>
                    <a:pt x="1241982" y="0"/>
                    <a:pt x="800100" y="0"/>
                  </a:cubicBezTo>
                  <a:cubicBezTo>
                    <a:pt x="358217" y="0"/>
                    <a:pt x="0" y="301022"/>
                    <a:pt x="0" y="672352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5A9579B-9D33-4206-A501-D6ED808AF41D}"/>
              </a:ext>
            </a:extLst>
          </p:cNvPr>
          <p:cNvSpPr txBox="1"/>
          <p:nvPr/>
        </p:nvSpPr>
        <p:spPr>
          <a:xfrm>
            <a:off x="6218100" y="828343"/>
            <a:ext cx="5028107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dirty="0" err="1">
                <a:solidFill>
                  <a:srgbClr val="484848"/>
                </a:solidFill>
                <a:latin typeface="Roboto"/>
              </a:rPr>
              <a:t>Проверка</a:t>
            </a:r>
            <a:r>
              <a:rPr sz="1800" b="1" dirty="0">
                <a:solidFill>
                  <a:srgbClr val="484848"/>
                </a:solidFill>
                <a:latin typeface="Roboto"/>
              </a:rPr>
              <a:t> </a:t>
            </a:r>
            <a:r>
              <a:rPr lang="ru-RU" sz="1800" b="1" dirty="0">
                <a:solidFill>
                  <a:srgbClr val="484848"/>
                </a:solidFill>
                <a:latin typeface="Roboto"/>
              </a:rPr>
              <a:t>памяти </a:t>
            </a:r>
            <a:r>
              <a:rPr sz="1800" b="1" dirty="0" err="1">
                <a:solidFill>
                  <a:srgbClr val="484848"/>
                </a:solidFill>
                <a:latin typeface="Roboto"/>
              </a:rPr>
              <a:t>через</a:t>
            </a:r>
            <a:r>
              <a:rPr sz="1800" b="1" dirty="0">
                <a:solidFill>
                  <a:srgbClr val="484848"/>
                </a:solidFill>
                <a:latin typeface="Roboto"/>
              </a:rPr>
              <a:t> </a:t>
            </a:r>
            <a:r>
              <a:rPr sz="1800" b="1" dirty="0" err="1">
                <a:solidFill>
                  <a:srgbClr val="484848"/>
                </a:solidFill>
                <a:latin typeface="Roboto"/>
              </a:rPr>
              <a:t>Госуслуги</a:t>
            </a:r>
            <a:endParaRPr sz="1800" b="1" dirty="0">
              <a:solidFill>
                <a:srgbClr val="484848"/>
              </a:solidFill>
              <a:latin typeface="Roboto"/>
            </a:endParaRPr>
          </a:p>
        </p:txBody>
      </p:sp>
      <p:sp>
        <p:nvSpPr>
          <p:cNvPr id="58" name="Rounded Rectangle 22">
            <a:extLst>
              <a:ext uri="{FF2B5EF4-FFF2-40B4-BE49-F238E27FC236}">
                <a16:creationId xmlns:a16="http://schemas.microsoft.com/office/drawing/2014/main" id="{40E06BBA-AA31-4D9F-A5F6-CDBE10DB4BF7}"/>
              </a:ext>
            </a:extLst>
          </p:cNvPr>
          <p:cNvSpPr/>
          <p:nvPr/>
        </p:nvSpPr>
        <p:spPr>
          <a:xfrm>
            <a:off x="6643236" y="2099945"/>
            <a:ext cx="616310" cy="597100"/>
          </a:xfrm>
          <a:custGeom>
            <a:avLst/>
            <a:gdLst/>
            <a:ahLst/>
            <a:cxnLst/>
            <a:rect l="0" t="0" r="0" b="0"/>
            <a:pathLst>
              <a:path w="662111" h="662515">
                <a:moveTo>
                  <a:pt x="545868" y="266033"/>
                </a:moveTo>
                <a:cubicBezTo>
                  <a:pt x="550710" y="190719"/>
                  <a:pt x="546440" y="115095"/>
                  <a:pt x="533152" y="40805"/>
                </a:cubicBezTo>
                <a:cubicBezTo>
                  <a:pt x="531325" y="30435"/>
                  <a:pt x="523010" y="22432"/>
                  <a:pt x="512578" y="21002"/>
                </a:cubicBezTo>
                <a:cubicBezTo>
                  <a:pt x="355792" y="0"/>
                  <a:pt x="196905" y="0"/>
                  <a:pt x="40119" y="21002"/>
                </a:cubicBezTo>
                <a:cubicBezTo>
                  <a:pt x="29683" y="22423"/>
                  <a:pt x="21364" y="30430"/>
                  <a:pt x="19545" y="40805"/>
                </a:cubicBezTo>
                <a:cubicBezTo>
                  <a:pt x="0" y="149998"/>
                  <a:pt x="0" y="261795"/>
                  <a:pt x="19545" y="370989"/>
                </a:cubicBezTo>
                <a:cubicBezTo>
                  <a:pt x="21372" y="381359"/>
                  <a:pt x="29687" y="389362"/>
                  <a:pt x="40119" y="390791"/>
                </a:cubicBezTo>
                <a:cubicBezTo>
                  <a:pt x="141607" y="404356"/>
                  <a:pt x="244076" y="409136"/>
                  <a:pt x="346386" y="405079"/>
                </a:cubicBezTo>
                <a:moveTo>
                  <a:pt x="221370" y="127273"/>
                </a:moveTo>
                <a:lnTo>
                  <a:pt x="342242" y="196338"/>
                </a:lnTo>
                <a:cubicBezTo>
                  <a:pt x="345676" y="198295"/>
                  <a:pt x="347797" y="201944"/>
                  <a:pt x="347797" y="205897"/>
                </a:cubicBezTo>
                <a:cubicBezTo>
                  <a:pt x="347797" y="209849"/>
                  <a:pt x="345676" y="213498"/>
                  <a:pt x="342242" y="215455"/>
                </a:cubicBezTo>
                <a:lnTo>
                  <a:pt x="221370" y="284521"/>
                </a:lnTo>
                <a:cubicBezTo>
                  <a:pt x="217964" y="286447"/>
                  <a:pt x="213793" y="286424"/>
                  <a:pt x="210408" y="284461"/>
                </a:cubicBezTo>
                <a:cubicBezTo>
                  <a:pt x="207023" y="282499"/>
                  <a:pt x="204931" y="278890"/>
                  <a:pt x="204911" y="274977"/>
                </a:cubicBezTo>
                <a:lnTo>
                  <a:pt x="204911" y="136702"/>
                </a:lnTo>
                <a:cubicBezTo>
                  <a:pt x="204954" y="132803"/>
                  <a:pt x="207059" y="129217"/>
                  <a:pt x="210443" y="127279"/>
                </a:cubicBezTo>
                <a:cubicBezTo>
                  <a:pt x="213827" y="125340"/>
                  <a:pt x="217984" y="125338"/>
                  <a:pt x="221370" y="127273"/>
                </a:cubicBezTo>
                <a:close/>
                <a:moveTo>
                  <a:pt x="603847" y="380104"/>
                </a:moveTo>
                <a:cubicBezTo>
                  <a:pt x="637629" y="386442"/>
                  <a:pt x="662109" y="415941"/>
                  <a:pt x="662111" y="450313"/>
                </a:cubicBezTo>
                <a:lnTo>
                  <a:pt x="662111" y="605332"/>
                </a:lnTo>
                <a:cubicBezTo>
                  <a:pt x="662111" y="636895"/>
                  <a:pt x="636524" y="662482"/>
                  <a:pt x="604961" y="662482"/>
                </a:cubicBezTo>
                <a:lnTo>
                  <a:pt x="490661" y="662482"/>
                </a:lnTo>
                <a:cubicBezTo>
                  <a:pt x="467400" y="662515"/>
                  <a:pt x="445131" y="653063"/>
                  <a:pt x="428996" y="636308"/>
                </a:cubicBezTo>
                <a:lnTo>
                  <a:pt x="360216" y="551040"/>
                </a:lnTo>
                <a:cubicBezTo>
                  <a:pt x="349369" y="537515"/>
                  <a:pt x="350151" y="518065"/>
                  <a:pt x="362048" y="505454"/>
                </a:cubicBezTo>
                <a:cubicBezTo>
                  <a:pt x="373946" y="492844"/>
                  <a:pt x="393319" y="490933"/>
                  <a:pt x="407451" y="500976"/>
                </a:cubicBezTo>
                <a:lnTo>
                  <a:pt x="433511" y="519607"/>
                </a:lnTo>
                <a:lnTo>
                  <a:pt x="433511" y="434225"/>
                </a:lnTo>
                <a:cubicBezTo>
                  <a:pt x="433512" y="412973"/>
                  <a:pt x="442975" y="392824"/>
                  <a:pt x="459330" y="379253"/>
                </a:cubicBezTo>
                <a:cubicBezTo>
                  <a:pt x="475685" y="365682"/>
                  <a:pt x="497234" y="360098"/>
                  <a:pt x="518122" y="364016"/>
                </a:cubicBezTo>
                <a:close/>
                <a:moveTo>
                  <a:pt x="519236" y="364216"/>
                </a:moveTo>
                <a:lnTo>
                  <a:pt x="519236" y="476745"/>
                </a:lnTo>
                <a:moveTo>
                  <a:pt x="590673" y="377618"/>
                </a:moveTo>
                <a:lnTo>
                  <a:pt x="590673" y="491032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23">
            <a:extLst>
              <a:ext uri="{FF2B5EF4-FFF2-40B4-BE49-F238E27FC236}">
                <a16:creationId xmlns:a16="http://schemas.microsoft.com/office/drawing/2014/main" id="{E8584B63-BC69-47AE-B724-DF00E483AB7D}"/>
              </a:ext>
            </a:extLst>
          </p:cNvPr>
          <p:cNvSpPr/>
          <p:nvPr/>
        </p:nvSpPr>
        <p:spPr>
          <a:xfrm>
            <a:off x="10055271" y="2046004"/>
            <a:ext cx="588810" cy="542056"/>
          </a:xfrm>
          <a:custGeom>
            <a:avLst/>
            <a:gdLst/>
            <a:ahLst/>
            <a:cxnLst/>
            <a:rect l="0" t="0" r="0" b="0"/>
            <a:pathLst>
              <a:path w="632568" h="601441">
                <a:moveTo>
                  <a:pt x="559588" y="355867"/>
                </a:moveTo>
                <a:cubicBezTo>
                  <a:pt x="604447" y="335115"/>
                  <a:pt x="632568" y="289570"/>
                  <a:pt x="631026" y="240167"/>
                </a:cubicBezTo>
                <a:cubicBezTo>
                  <a:pt x="630485" y="203607"/>
                  <a:pt x="615095" y="168839"/>
                  <a:pt x="588395" y="143858"/>
                </a:cubicBezTo>
                <a:cubicBezTo>
                  <a:pt x="561694" y="118877"/>
                  <a:pt x="525981" y="105832"/>
                  <a:pt x="489465" y="107722"/>
                </a:cubicBezTo>
                <a:cubicBezTo>
                  <a:pt x="456910" y="42186"/>
                  <a:pt x="389876" y="908"/>
                  <a:pt x="316701" y="1337"/>
                </a:cubicBezTo>
                <a:cubicBezTo>
                  <a:pt x="216989" y="0"/>
                  <a:pt x="133442" y="76462"/>
                  <a:pt x="125963" y="175902"/>
                </a:cubicBezTo>
                <a:cubicBezTo>
                  <a:pt x="96194" y="169357"/>
                  <a:pt x="65060" y="176501"/>
                  <a:pt x="41122" y="195368"/>
                </a:cubicBezTo>
                <a:cubicBezTo>
                  <a:pt x="17185" y="214236"/>
                  <a:pt x="2966" y="242840"/>
                  <a:pt x="2376" y="273314"/>
                </a:cubicBezTo>
                <a:cubicBezTo>
                  <a:pt x="0" y="317854"/>
                  <a:pt x="30242" y="357557"/>
                  <a:pt x="73813" y="367097"/>
                </a:cubicBezTo>
                <a:moveTo>
                  <a:pt x="145251" y="429991"/>
                </a:moveTo>
                <a:cubicBezTo>
                  <a:pt x="145251" y="524680"/>
                  <a:pt x="222012" y="601441"/>
                  <a:pt x="316701" y="601441"/>
                </a:cubicBezTo>
                <a:cubicBezTo>
                  <a:pt x="411390" y="601441"/>
                  <a:pt x="488151" y="524680"/>
                  <a:pt x="488151" y="429991"/>
                </a:cubicBezTo>
                <a:cubicBezTo>
                  <a:pt x="488151" y="335302"/>
                  <a:pt x="411390" y="258541"/>
                  <a:pt x="316701" y="258541"/>
                </a:cubicBezTo>
                <a:cubicBezTo>
                  <a:pt x="222012" y="258541"/>
                  <a:pt x="145251" y="335302"/>
                  <a:pt x="145251" y="429991"/>
                </a:cubicBezTo>
                <a:close/>
                <a:moveTo>
                  <a:pt x="393110" y="380156"/>
                </a:moveTo>
                <a:lnTo>
                  <a:pt x="310243" y="490856"/>
                </a:lnTo>
                <a:cubicBezTo>
                  <a:pt x="306514" y="495821"/>
                  <a:pt x="300814" y="498925"/>
                  <a:pt x="294619" y="499364"/>
                </a:cubicBezTo>
                <a:cubicBezTo>
                  <a:pt x="288425" y="499802"/>
                  <a:pt x="282345" y="497532"/>
                  <a:pt x="277953" y="493142"/>
                </a:cubicBezTo>
                <a:lnTo>
                  <a:pt x="235091" y="450279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5D4120-9AD6-4562-B160-420DD04A3745}"/>
              </a:ext>
            </a:extLst>
          </p:cNvPr>
          <p:cNvSpPr txBox="1"/>
          <p:nvPr/>
        </p:nvSpPr>
        <p:spPr>
          <a:xfrm>
            <a:off x="8051494" y="2068209"/>
            <a:ext cx="1203300" cy="6924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boto"/>
              </a:rPr>
              <a:t>Прохождение
теста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B7D45A-E933-45D6-8B92-395BC783FA87}"/>
              </a:ext>
            </a:extLst>
          </p:cNvPr>
          <p:cNvSpPr txBox="1"/>
          <p:nvPr/>
        </p:nvSpPr>
        <p:spPr>
          <a:xfrm>
            <a:off x="8051494" y="2734495"/>
            <a:ext cx="1221033" cy="507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 err="1">
                <a:solidFill>
                  <a:srgbClr val="FFFFFF"/>
                </a:solidFill>
                <a:latin typeface="Roboto"/>
              </a:rPr>
              <a:t>Игра</a:t>
            </a:r>
            <a:r>
              <a:rPr sz="1100" b="0" dirty="0">
                <a:solidFill>
                  <a:srgbClr val="FFFFFF"/>
                </a:solidFill>
                <a:latin typeface="Roboto"/>
              </a:rPr>
              <a:t> в </a:t>
            </a:r>
            <a:r>
              <a:rPr sz="1100" b="0" dirty="0" err="1">
                <a:solidFill>
                  <a:srgbClr val="FFFFFF"/>
                </a:solidFill>
                <a:latin typeface="Roboto"/>
              </a:rPr>
              <a:t>браузере</a:t>
            </a:r>
            <a:r>
              <a:rPr sz="1100" b="0" dirty="0">
                <a:solidFill>
                  <a:srgbClr val="FFFFFF"/>
                </a:solidFill>
                <a:latin typeface="Roboto"/>
              </a:rPr>
              <a:t>
</a:t>
            </a:r>
            <a:r>
              <a:rPr sz="1100" b="0" dirty="0" err="1">
                <a:solidFill>
                  <a:srgbClr val="FFFFFF"/>
                </a:solidFill>
                <a:latin typeface="Roboto"/>
              </a:rPr>
              <a:t>занимает</a:t>
            </a:r>
            <a:r>
              <a:rPr sz="1100" b="0" dirty="0">
                <a:solidFill>
                  <a:srgbClr val="FFFFFF"/>
                </a:solidFill>
                <a:latin typeface="Roboto"/>
              </a:rPr>
              <a:t> 2 </a:t>
            </a:r>
            <a:r>
              <a:rPr sz="1100" b="0" dirty="0" err="1">
                <a:solidFill>
                  <a:srgbClr val="FFFFFF"/>
                </a:solidFill>
                <a:latin typeface="Roboto"/>
              </a:rPr>
              <a:t>минуты</a:t>
            </a:r>
            <a:endParaRPr sz="1100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3" name="Rounded Rectangle 27">
            <a:extLst>
              <a:ext uri="{FF2B5EF4-FFF2-40B4-BE49-F238E27FC236}">
                <a16:creationId xmlns:a16="http://schemas.microsoft.com/office/drawing/2014/main" id="{70003962-4041-4E53-95A6-BD61277678AE}"/>
              </a:ext>
            </a:extLst>
          </p:cNvPr>
          <p:cNvSpPr/>
          <p:nvPr/>
        </p:nvSpPr>
        <p:spPr>
          <a:xfrm>
            <a:off x="11320992" y="2665709"/>
            <a:ext cx="612601" cy="593346"/>
          </a:xfrm>
          <a:custGeom>
            <a:avLst/>
            <a:gdLst/>
            <a:ahLst/>
            <a:cxnLst/>
            <a:rect l="0" t="0" r="0" b="0"/>
            <a:pathLst>
              <a:path w="658127" h="658350">
                <a:moveTo>
                  <a:pt x="313404" y="572617"/>
                </a:moveTo>
                <a:cubicBezTo>
                  <a:pt x="313404" y="620051"/>
                  <a:pt x="275113" y="658342"/>
                  <a:pt x="227679" y="658342"/>
                </a:cubicBezTo>
                <a:cubicBezTo>
                  <a:pt x="180244" y="658342"/>
                  <a:pt x="141954" y="620051"/>
                  <a:pt x="141954" y="572617"/>
                </a:cubicBezTo>
                <a:cubicBezTo>
                  <a:pt x="141954" y="566902"/>
                  <a:pt x="142525" y="561472"/>
                  <a:pt x="143668" y="556043"/>
                </a:cubicBezTo>
                <a:cubicBezTo>
                  <a:pt x="138525" y="557472"/>
                  <a:pt x="133381" y="558329"/>
                  <a:pt x="127666" y="558329"/>
                </a:cubicBezTo>
                <a:cubicBezTo>
                  <a:pt x="96234" y="558329"/>
                  <a:pt x="70516" y="532612"/>
                  <a:pt x="70516" y="501179"/>
                </a:cubicBezTo>
                <a:cubicBezTo>
                  <a:pt x="70516" y="483749"/>
                  <a:pt x="78231" y="468318"/>
                  <a:pt x="90519" y="457745"/>
                </a:cubicBezTo>
                <a:cubicBezTo>
                  <a:pt x="55086" y="453459"/>
                  <a:pt x="27654" y="423455"/>
                  <a:pt x="27654" y="386879"/>
                </a:cubicBezTo>
                <a:cubicBezTo>
                  <a:pt x="27654" y="350303"/>
                  <a:pt x="55086" y="320300"/>
                  <a:pt x="90519" y="316013"/>
                </a:cubicBezTo>
                <a:cubicBezTo>
                  <a:pt x="78231" y="305441"/>
                  <a:pt x="70516" y="290010"/>
                  <a:pt x="70516" y="272578"/>
                </a:cubicBezTo>
                <a:cubicBezTo>
                  <a:pt x="70516" y="241146"/>
                  <a:pt x="96234" y="215428"/>
                  <a:pt x="127666" y="215428"/>
                </a:cubicBezTo>
                <a:cubicBezTo>
                  <a:pt x="134810" y="215428"/>
                  <a:pt x="141954" y="216857"/>
                  <a:pt x="148240" y="219143"/>
                </a:cubicBezTo>
                <a:cubicBezTo>
                  <a:pt x="144240" y="209142"/>
                  <a:pt x="141954" y="198283"/>
                  <a:pt x="141954" y="186853"/>
                </a:cubicBezTo>
                <a:cubicBezTo>
                  <a:pt x="141954" y="139419"/>
                  <a:pt x="180244" y="101128"/>
                  <a:pt x="227679" y="101128"/>
                </a:cubicBezTo>
                <a:cubicBezTo>
                  <a:pt x="275113" y="101128"/>
                  <a:pt x="313404" y="139419"/>
                  <a:pt x="313404" y="186853"/>
                </a:cubicBezTo>
                <a:moveTo>
                  <a:pt x="313404" y="572625"/>
                </a:moveTo>
                <a:cubicBezTo>
                  <a:pt x="313404" y="620060"/>
                  <a:pt x="351695" y="658350"/>
                  <a:pt x="399129" y="658350"/>
                </a:cubicBezTo>
                <a:cubicBezTo>
                  <a:pt x="446564" y="658350"/>
                  <a:pt x="484854" y="620060"/>
                  <a:pt x="484854" y="572625"/>
                </a:cubicBezTo>
                <a:cubicBezTo>
                  <a:pt x="484854" y="566910"/>
                  <a:pt x="484283" y="561481"/>
                  <a:pt x="483140" y="556052"/>
                </a:cubicBezTo>
                <a:cubicBezTo>
                  <a:pt x="488283" y="557481"/>
                  <a:pt x="493427" y="558338"/>
                  <a:pt x="499142" y="558338"/>
                </a:cubicBezTo>
                <a:cubicBezTo>
                  <a:pt x="530574" y="558338"/>
                  <a:pt x="556292" y="532620"/>
                  <a:pt x="556292" y="501188"/>
                </a:cubicBezTo>
                <a:cubicBezTo>
                  <a:pt x="556292" y="483757"/>
                  <a:pt x="548577" y="468327"/>
                  <a:pt x="536289" y="457754"/>
                </a:cubicBezTo>
                <a:cubicBezTo>
                  <a:pt x="571722" y="453468"/>
                  <a:pt x="599154" y="423464"/>
                  <a:pt x="599154" y="386888"/>
                </a:cubicBezTo>
                <a:cubicBezTo>
                  <a:pt x="599154" y="370983"/>
                  <a:pt x="593965" y="356318"/>
                  <a:pt x="585190" y="344474"/>
                </a:cubicBezTo>
                <a:moveTo>
                  <a:pt x="313404" y="186862"/>
                </a:moveTo>
                <a:cubicBezTo>
                  <a:pt x="313404" y="163892"/>
                  <a:pt x="322383" y="143066"/>
                  <a:pt x="337030" y="127694"/>
                </a:cubicBezTo>
                <a:moveTo>
                  <a:pt x="0" y="0"/>
                </a:moveTo>
                <a:moveTo>
                  <a:pt x="313404" y="572728"/>
                </a:moveTo>
                <a:lnTo>
                  <a:pt x="313404" y="177700"/>
                </a:lnTo>
                <a:moveTo>
                  <a:pt x="392989" y="162370"/>
                </a:moveTo>
                <a:cubicBezTo>
                  <a:pt x="459063" y="149087"/>
                  <a:pt x="512264" y="95242"/>
                  <a:pt x="525565" y="27458"/>
                </a:cubicBezTo>
                <a:cubicBezTo>
                  <a:pt x="538870" y="95242"/>
                  <a:pt x="592053" y="149087"/>
                  <a:pt x="658127" y="162370"/>
                </a:cubicBezTo>
                <a:moveTo>
                  <a:pt x="658127" y="162447"/>
                </a:moveTo>
                <a:cubicBezTo>
                  <a:pt x="592053" y="175730"/>
                  <a:pt x="538855" y="229575"/>
                  <a:pt x="525554" y="297360"/>
                </a:cubicBezTo>
                <a:cubicBezTo>
                  <a:pt x="512249" y="229575"/>
                  <a:pt x="459063" y="175730"/>
                  <a:pt x="392989" y="162447"/>
                </a:cubicBezTo>
                <a:moveTo>
                  <a:pt x="89157" y="316393"/>
                </a:moveTo>
                <a:cubicBezTo>
                  <a:pt x="122871" y="314016"/>
                  <a:pt x="140987" y="326855"/>
                  <a:pt x="153240" y="347420"/>
                </a:cubicBezTo>
                <a:moveTo>
                  <a:pt x="143405" y="556126"/>
                </a:moveTo>
                <a:cubicBezTo>
                  <a:pt x="178684" y="546662"/>
                  <a:pt x="195926" y="524688"/>
                  <a:pt x="202881" y="504751"/>
                </a:cubicBezTo>
                <a:moveTo>
                  <a:pt x="483403" y="556126"/>
                </a:moveTo>
                <a:cubicBezTo>
                  <a:pt x="448124" y="546662"/>
                  <a:pt x="430882" y="524688"/>
                  <a:pt x="423927" y="504751"/>
                </a:cubicBezTo>
                <a:moveTo>
                  <a:pt x="250784" y="262867"/>
                </a:moveTo>
                <a:cubicBezTo>
                  <a:pt x="272551" y="260404"/>
                  <a:pt x="313404" y="233576"/>
                  <a:pt x="313404" y="185291"/>
                </a:cubicBezTo>
                <a:moveTo>
                  <a:pt x="313404" y="185291"/>
                </a:moveTo>
                <a:cubicBezTo>
                  <a:pt x="313404" y="233576"/>
                  <a:pt x="354255" y="260404"/>
                  <a:pt x="376024" y="262867"/>
                </a:cubicBez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E9CF86E-0491-4D91-9B5F-2273E5A1FA41}"/>
              </a:ext>
            </a:extLst>
          </p:cNvPr>
          <p:cNvSpPr txBox="1"/>
          <p:nvPr/>
        </p:nvSpPr>
        <p:spPr>
          <a:xfrm>
            <a:off x="6426446" y="2937339"/>
            <a:ext cx="1050634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Roboto"/>
              </a:rPr>
              <a:t>Запуск</a:t>
            </a:r>
            <a:r>
              <a:rPr sz="15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Roboto"/>
              </a:rPr>
              <a:t>игры</a:t>
            </a:r>
            <a:endParaRPr sz="150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5" name="Rounded Rectangle 29">
            <a:extLst>
              <a:ext uri="{FF2B5EF4-FFF2-40B4-BE49-F238E27FC236}">
                <a16:creationId xmlns:a16="http://schemas.microsoft.com/office/drawing/2014/main" id="{EDC9F497-6560-4461-9BE2-FCC1EDB78005}"/>
              </a:ext>
            </a:extLst>
          </p:cNvPr>
          <p:cNvSpPr/>
          <p:nvPr/>
        </p:nvSpPr>
        <p:spPr>
          <a:xfrm>
            <a:off x="8333885" y="3333927"/>
            <a:ext cx="598462" cy="579764"/>
          </a:xfrm>
          <a:custGeom>
            <a:avLst/>
            <a:gdLst/>
            <a:ahLst/>
            <a:cxnLst/>
            <a:rect l="0" t="0" r="0" b="0"/>
            <a:pathLst>
              <a:path w="642937" h="643280">
                <a:moveTo>
                  <a:pt x="83896" y="0"/>
                </a:moveTo>
                <a:lnTo>
                  <a:pt x="559041" y="0"/>
                </a:lnTo>
                <a:cubicBezTo>
                  <a:pt x="559041" y="0"/>
                  <a:pt x="642937" y="0"/>
                  <a:pt x="642937" y="83896"/>
                </a:cubicBezTo>
                <a:lnTo>
                  <a:pt x="642937" y="559384"/>
                </a:lnTo>
                <a:cubicBezTo>
                  <a:pt x="642937" y="559384"/>
                  <a:pt x="642937" y="643280"/>
                  <a:pt x="559041" y="643280"/>
                </a:cubicBezTo>
                <a:lnTo>
                  <a:pt x="83896" y="643280"/>
                </a:lnTo>
                <a:cubicBezTo>
                  <a:pt x="83896" y="643280"/>
                  <a:pt x="0" y="643280"/>
                  <a:pt x="0" y="559384"/>
                </a:cubicBezTo>
                <a:lnTo>
                  <a:pt x="0" y="83896"/>
                </a:lnTo>
                <a:cubicBezTo>
                  <a:pt x="0" y="83896"/>
                  <a:pt x="0" y="0"/>
                  <a:pt x="83896" y="0"/>
                </a:cubicBezTo>
                <a:moveTo>
                  <a:pt x="183822" y="557498"/>
                </a:moveTo>
                <a:lnTo>
                  <a:pt x="184308" y="415937"/>
                </a:lnTo>
                <a:cubicBezTo>
                  <a:pt x="144983" y="380922"/>
                  <a:pt x="122173" y="330999"/>
                  <a:pt x="121443" y="278349"/>
                </a:cubicBezTo>
                <a:cubicBezTo>
                  <a:pt x="121103" y="176601"/>
                  <a:pt x="200788" y="92550"/>
                  <a:pt x="302409" y="87468"/>
                </a:cubicBezTo>
                <a:cubicBezTo>
                  <a:pt x="406030" y="83405"/>
                  <a:pt x="493435" y="163886"/>
                  <a:pt x="497919" y="267490"/>
                </a:cubicBezTo>
                <a:lnTo>
                  <a:pt x="498347" y="265347"/>
                </a:lnTo>
                <a:lnTo>
                  <a:pt x="548525" y="337099"/>
                </a:lnTo>
                <a:cubicBezTo>
                  <a:pt x="552997" y="343495"/>
                  <a:pt x="553542" y="351846"/>
                  <a:pt x="549939" y="358769"/>
                </a:cubicBezTo>
                <a:cubicBezTo>
                  <a:pt x="546337" y="365692"/>
                  <a:pt x="539184" y="370038"/>
                  <a:pt x="531380" y="370046"/>
                </a:cubicBezTo>
                <a:lnTo>
                  <a:pt x="498319" y="370046"/>
                </a:lnTo>
                <a:lnTo>
                  <a:pt x="498319" y="442798"/>
                </a:lnTo>
                <a:cubicBezTo>
                  <a:pt x="498315" y="455584"/>
                  <a:pt x="492472" y="467668"/>
                  <a:pt x="482452" y="475612"/>
                </a:cubicBezTo>
                <a:cubicBezTo>
                  <a:pt x="472433" y="483555"/>
                  <a:pt x="459334" y="486487"/>
                  <a:pt x="446884" y="483574"/>
                </a:cubicBezTo>
                <a:lnTo>
                  <a:pt x="414594" y="475973"/>
                </a:lnTo>
                <a:lnTo>
                  <a:pt x="414108" y="557555"/>
                </a:lnTo>
                <a:moveTo>
                  <a:pt x="381933" y="191566"/>
                </a:moveTo>
                <a:cubicBezTo>
                  <a:pt x="378799" y="176224"/>
                  <a:pt x="368031" y="163553"/>
                  <a:pt x="353395" y="157985"/>
                </a:cubicBezTo>
                <a:cubicBezTo>
                  <a:pt x="338759" y="152416"/>
                  <a:pt x="322292" y="154726"/>
                  <a:pt x="309752" y="164106"/>
                </a:cubicBezTo>
                <a:cubicBezTo>
                  <a:pt x="289809" y="152267"/>
                  <a:pt x="265036" y="152081"/>
                  <a:pt x="244917" y="163620"/>
                </a:cubicBezTo>
                <a:cubicBezTo>
                  <a:pt x="224799" y="175158"/>
                  <a:pt x="212450" y="196635"/>
                  <a:pt x="212597" y="219827"/>
                </a:cubicBezTo>
                <a:cubicBezTo>
                  <a:pt x="212597" y="220913"/>
                  <a:pt x="212855" y="221913"/>
                  <a:pt x="212912" y="222970"/>
                </a:cubicBezTo>
                <a:cubicBezTo>
                  <a:pt x="199755" y="230475"/>
                  <a:pt x="191169" y="244008"/>
                  <a:pt x="189985" y="259109"/>
                </a:cubicBezTo>
                <a:cubicBezTo>
                  <a:pt x="188800" y="274209"/>
                  <a:pt x="195171" y="288915"/>
                  <a:pt x="206997" y="298380"/>
                </a:cubicBezTo>
                <a:cubicBezTo>
                  <a:pt x="203071" y="304232"/>
                  <a:pt x="200890" y="311080"/>
                  <a:pt x="200710" y="318125"/>
                </a:cubicBezTo>
                <a:cubicBezTo>
                  <a:pt x="200330" y="332059"/>
                  <a:pt x="207546" y="345101"/>
                  <a:pt x="219554" y="352181"/>
                </a:cubicBezTo>
                <a:cubicBezTo>
                  <a:pt x="231562" y="359260"/>
                  <a:pt x="246468" y="359260"/>
                  <a:pt x="258476" y="352181"/>
                </a:cubicBezTo>
                <a:cubicBezTo>
                  <a:pt x="270484" y="345101"/>
                  <a:pt x="277701" y="332059"/>
                  <a:pt x="277320" y="318125"/>
                </a:cubicBezTo>
                <a:cubicBezTo>
                  <a:pt x="277134" y="314495"/>
                  <a:pt x="276412" y="310913"/>
                  <a:pt x="275177" y="307495"/>
                </a:cubicBezTo>
                <a:cubicBezTo>
                  <a:pt x="288813" y="320609"/>
                  <a:pt x="308971" y="324295"/>
                  <a:pt x="326366" y="316856"/>
                </a:cubicBezTo>
                <a:cubicBezTo>
                  <a:pt x="343761" y="309417"/>
                  <a:pt x="355020" y="292295"/>
                  <a:pt x="354958" y="273377"/>
                </a:cubicBezTo>
                <a:cubicBezTo>
                  <a:pt x="354902" y="268434"/>
                  <a:pt x="354053" y="263533"/>
                  <a:pt x="352444" y="258860"/>
                </a:cubicBezTo>
                <a:lnTo>
                  <a:pt x="352729" y="258689"/>
                </a:lnTo>
                <a:cubicBezTo>
                  <a:pt x="359142" y="263794"/>
                  <a:pt x="367052" y="266655"/>
                  <a:pt x="375246" y="266833"/>
                </a:cubicBezTo>
                <a:cubicBezTo>
                  <a:pt x="396403" y="266817"/>
                  <a:pt x="413550" y="249670"/>
                  <a:pt x="413565" y="228514"/>
                </a:cubicBezTo>
                <a:cubicBezTo>
                  <a:pt x="413395" y="210149"/>
                  <a:pt x="400052" y="194564"/>
                  <a:pt x="381933" y="191566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982240-0472-4A0B-8A75-B93BA9AD98C5}"/>
              </a:ext>
            </a:extLst>
          </p:cNvPr>
          <p:cNvSpPr txBox="1"/>
          <p:nvPr/>
        </p:nvSpPr>
        <p:spPr>
          <a:xfrm>
            <a:off x="9871297" y="2837044"/>
            <a:ext cx="1036085" cy="6924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Roboto"/>
              </a:rPr>
              <a:t>Сохранение</a:t>
            </a:r>
            <a:r>
              <a:rPr sz="1500" b="1" dirty="0">
                <a:solidFill>
                  <a:srgbClr val="FFFFFF"/>
                </a:solidFill>
                <a:latin typeface="Roboto"/>
              </a:rPr>
              <a:t>
</a:t>
            </a:r>
            <a:r>
              <a:rPr sz="1500" b="1" dirty="0" err="1">
                <a:solidFill>
                  <a:srgbClr val="FFFFFF"/>
                </a:solidFill>
                <a:latin typeface="Roboto"/>
              </a:rPr>
              <a:t>результата</a:t>
            </a:r>
            <a:endParaRPr sz="150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FD7DDB1-5035-4A6B-8406-A58E1D62A41E}"/>
              </a:ext>
            </a:extLst>
          </p:cNvPr>
          <p:cNvSpPr txBox="1"/>
          <p:nvPr/>
        </p:nvSpPr>
        <p:spPr>
          <a:xfrm>
            <a:off x="6355063" y="3453829"/>
            <a:ext cx="1238765" cy="507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 err="1">
                <a:solidFill>
                  <a:srgbClr val="FFFFFF"/>
                </a:solidFill>
                <a:latin typeface="Roboto"/>
              </a:rPr>
              <a:t>Клик</a:t>
            </a:r>
            <a:r>
              <a:rPr sz="11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Roboto"/>
              </a:rPr>
              <a:t>по</a:t>
            </a:r>
            <a:r>
              <a:rPr sz="11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Roboto"/>
              </a:rPr>
              <a:t>баннеру</a:t>
            </a:r>
            <a:r>
              <a:rPr sz="11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Roboto"/>
              </a:rPr>
              <a:t>на</a:t>
            </a:r>
            <a:r>
              <a:rPr sz="1100" b="0" dirty="0">
                <a:solidFill>
                  <a:srgbClr val="FFFFFF"/>
                </a:solidFill>
                <a:latin typeface="Roboto"/>
              </a:rPr>
              <a:t>
</a:t>
            </a:r>
            <a:r>
              <a:rPr sz="1100" b="0" dirty="0" err="1">
                <a:solidFill>
                  <a:srgbClr val="FFFFFF"/>
                </a:solidFill>
                <a:latin typeface="Roboto"/>
              </a:rPr>
              <a:t>Госуслугах</a:t>
            </a:r>
            <a:endParaRPr sz="1100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1837EF-19DC-4C89-A676-6C6B6F0132C4}"/>
              </a:ext>
            </a:extLst>
          </p:cNvPr>
          <p:cNvSpPr txBox="1"/>
          <p:nvPr/>
        </p:nvSpPr>
        <p:spPr>
          <a:xfrm>
            <a:off x="9826572" y="3619284"/>
            <a:ext cx="1079449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Roboto"/>
              </a:rPr>
              <a:t>Результат
сохраняется в
личном кабинете</a:t>
            </a:r>
          </a:p>
        </p:txBody>
      </p: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8F7618A0-B251-4EB3-B49A-E480D71C7520}"/>
              </a:ext>
            </a:extLst>
          </p:cNvPr>
          <p:cNvCxnSpPr/>
          <p:nvPr/>
        </p:nvCxnSpPr>
        <p:spPr>
          <a:xfrm>
            <a:off x="5873274" y="0"/>
            <a:ext cx="0" cy="6858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Прямоугольник: скругленные углы 70">
            <a:extLst>
              <a:ext uri="{FF2B5EF4-FFF2-40B4-BE49-F238E27FC236}">
                <a16:creationId xmlns:a16="http://schemas.microsoft.com/office/drawing/2014/main" id="{467FB018-B5B9-42CD-8B89-3D5BAC4478E4}"/>
              </a:ext>
            </a:extLst>
          </p:cNvPr>
          <p:cNvSpPr/>
          <p:nvPr/>
        </p:nvSpPr>
        <p:spPr>
          <a:xfrm>
            <a:off x="487716" y="5115601"/>
            <a:ext cx="4871854" cy="151060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ru-RU" sz="1400" b="1" dirty="0">
                <a:solidFill>
                  <a:schemeClr val="tx1"/>
                </a:solidFill>
              </a:rPr>
              <a:t>Почему это попадает в ситуацию:</a:t>
            </a:r>
            <a:endParaRPr lang="ru-RU" sz="1400" dirty="0">
              <a:solidFill>
                <a:schemeClr val="tx1"/>
              </a:solidFill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38 000 отделений по всей стране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70% посетителей — люди 55+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Реальное время ожидания — 10–20 минут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tx1"/>
                </a:solidFill>
              </a:rPr>
              <a:t>Человеку Скучно из-за очереди.</a:t>
            </a:r>
            <a:r>
              <a:rPr lang="ru-RU" sz="1400" dirty="0">
                <a:solidFill>
                  <a:schemeClr val="tx1"/>
                </a:solidFill>
              </a:rPr>
              <a:t> — идеальный момент для ненавязчивого теста</a:t>
            </a:r>
          </a:p>
        </p:txBody>
      </p:sp>
      <p:sp>
        <p:nvSpPr>
          <p:cNvPr id="72" name="Прямоугольник: скругленные углы 71">
            <a:extLst>
              <a:ext uri="{FF2B5EF4-FFF2-40B4-BE49-F238E27FC236}">
                <a16:creationId xmlns:a16="http://schemas.microsoft.com/office/drawing/2014/main" id="{C0DE29C0-4764-4440-8E26-DE28CBE211D9}"/>
              </a:ext>
            </a:extLst>
          </p:cNvPr>
          <p:cNvSpPr/>
          <p:nvPr/>
        </p:nvSpPr>
        <p:spPr>
          <a:xfrm>
            <a:off x="6449138" y="5115601"/>
            <a:ext cx="4871854" cy="151060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ru-RU" sz="1200" b="1" dirty="0">
                <a:solidFill>
                  <a:schemeClr val="tx1"/>
                </a:solidFill>
              </a:rPr>
              <a:t>Почему это попадает в ситуацию:</a:t>
            </a:r>
            <a:endParaRPr lang="ru-RU" sz="1200" dirty="0">
              <a:solidFill>
                <a:schemeClr val="tx1"/>
              </a:solidFill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110+ млн пользователей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Человек заходит на Госуслуги </a:t>
            </a:r>
            <a:r>
              <a:rPr lang="ru-RU" sz="1200" b="1" dirty="0">
                <a:solidFill>
                  <a:schemeClr val="tx1"/>
                </a:solidFill>
              </a:rPr>
              <a:t>за конкретной услугой</a:t>
            </a:r>
            <a:r>
              <a:rPr lang="ru-RU" sz="1200" dirty="0">
                <a:solidFill>
                  <a:schemeClr val="tx1"/>
                </a:solidFill>
              </a:rPr>
              <a:t> (справка, запись, оплата)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результат можно сразу показать врачу при записи — это снижает порог «боюсь идти»</a:t>
            </a:r>
          </a:p>
          <a:p>
            <a:pPr algn="ctr"/>
            <a:endParaRPr lang="ru-KZ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312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F930DC-9D96-42F0-B10B-D6A045949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0" y="79166"/>
            <a:ext cx="5476946" cy="1325563"/>
          </a:xfrm>
        </p:spPr>
        <p:txBody>
          <a:bodyPr/>
          <a:lstStyle/>
          <a:p>
            <a:r>
              <a:rPr lang="ru-RU" dirty="0"/>
              <a:t>Решение </a:t>
            </a:r>
            <a:endParaRPr lang="ru-KZ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B33FEC2-7F06-421E-A3F9-26FABEBB1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9"/>
          <a:stretch/>
        </p:blipFill>
        <p:spPr bwMode="auto">
          <a:xfrm>
            <a:off x="469232" y="1742474"/>
            <a:ext cx="6991350" cy="4664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60B636A-8B80-4CFA-833E-7C05EBF2AC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20" b="4536"/>
          <a:stretch/>
        </p:blipFill>
        <p:spPr bwMode="auto">
          <a:xfrm>
            <a:off x="8008185" y="656849"/>
            <a:ext cx="3883025" cy="5544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98A5B1D-CB64-4F1C-890D-485600CB9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185" y="79166"/>
            <a:ext cx="3609975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CBB39D-732B-4311-A9EE-312BD63409CD}"/>
              </a:ext>
            </a:extLst>
          </p:cNvPr>
          <p:cNvSpPr txBox="1"/>
          <p:nvPr/>
        </p:nvSpPr>
        <p:spPr>
          <a:xfrm>
            <a:off x="2028086" y="1796195"/>
            <a:ext cx="495023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rtl="0"/>
            <a:r>
              <a:rPr lang="ru-RU" b="1" dirty="0">
                <a:solidFill>
                  <a:srgbClr val="484848"/>
                </a:solidFill>
                <a:latin typeface="Roboto"/>
              </a:rPr>
              <a:t>Передача данных институтам для изучения</a:t>
            </a:r>
          </a:p>
        </p:txBody>
      </p:sp>
    </p:spTree>
    <p:extLst>
      <p:ext uri="{BB962C8B-B14F-4D97-AF65-F5344CB8AC3E}">
        <p14:creationId xmlns:p14="http://schemas.microsoft.com/office/powerpoint/2010/main" val="369298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CF38FF4-D705-4333-9609-6E6C921A3D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70"/>
          <a:stretch/>
        </p:blipFill>
        <p:spPr bwMode="auto">
          <a:xfrm>
            <a:off x="56147" y="161925"/>
            <a:ext cx="7814560" cy="5110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D73848C-FE8D-44CA-8DAF-B435948E99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19"/>
          <a:stretch/>
        </p:blipFill>
        <p:spPr bwMode="auto">
          <a:xfrm>
            <a:off x="7728786" y="161925"/>
            <a:ext cx="3905250" cy="623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137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0B9572-E983-404D-9AD8-695B41297D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10"/>
          <a:stretch/>
        </p:blipFill>
        <p:spPr>
          <a:xfrm>
            <a:off x="1859008" y="-706800"/>
            <a:ext cx="7202942" cy="6110074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07E22D2-3C88-465D-9FDD-0716FF2418A3}"/>
              </a:ext>
            </a:extLst>
          </p:cNvPr>
          <p:cNvSpPr/>
          <p:nvPr/>
        </p:nvSpPr>
        <p:spPr>
          <a:xfrm>
            <a:off x="850375" y="5766462"/>
            <a:ext cx="10353683" cy="109153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A8D6190F-D238-4A7E-8E5F-356AA4A363F9}"/>
              </a:ext>
            </a:extLst>
          </p:cNvPr>
          <p:cNvSpPr txBox="1">
            <a:spLocks/>
          </p:cNvSpPr>
          <p:nvPr/>
        </p:nvSpPr>
        <p:spPr>
          <a:xfrm>
            <a:off x="909856" y="5951741"/>
            <a:ext cx="10234719" cy="2330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Главное преимущество в том что Все аналоги требуют скачивания, установки и длительного времени. Наш тест работает 2 минуты, без регистрации, в местах, где человек уже находится.</a:t>
            </a:r>
            <a:endParaRPr lang="ru-KZ" sz="2000" dirty="0"/>
          </a:p>
        </p:txBody>
      </p:sp>
    </p:spTree>
    <p:extLst>
      <p:ext uri="{BB962C8B-B14F-4D97-AF65-F5344CB8AC3E}">
        <p14:creationId xmlns:p14="http://schemas.microsoft.com/office/powerpoint/2010/main" val="1467844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F432696F-7A68-4DCE-868E-68FC8E49D9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78"/>
          <a:stretch/>
        </p:blipFill>
        <p:spPr>
          <a:xfrm>
            <a:off x="2471974" y="835765"/>
            <a:ext cx="9555821" cy="7621093"/>
          </a:xfrm>
          <a:prstGeom prst="rect">
            <a:avLst/>
          </a:prstGeom>
        </p:spPr>
      </p:pic>
      <p:sp>
        <p:nvSpPr>
          <p:cNvPr id="111" name="Заголовок 1">
            <a:extLst>
              <a:ext uri="{FF2B5EF4-FFF2-40B4-BE49-F238E27FC236}">
                <a16:creationId xmlns:a16="http://schemas.microsoft.com/office/drawing/2014/main" id="{338E6211-6B10-4548-A8DF-651685531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856" y="454932"/>
            <a:ext cx="2950029" cy="380833"/>
          </a:xfrm>
        </p:spPr>
        <p:txBody>
          <a:bodyPr>
            <a:normAutofit fontScale="90000"/>
          </a:bodyPr>
          <a:lstStyle/>
          <a:p>
            <a:r>
              <a:rPr lang="ru-RU" dirty="0"/>
              <a:t>Заключение</a:t>
            </a:r>
            <a:br>
              <a:rPr lang="ru-RU" dirty="0"/>
            </a:br>
            <a:endParaRPr lang="ru-KZ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5A20EF5-8F34-49DE-9F3A-BA83BD94C275}"/>
              </a:ext>
            </a:extLst>
          </p:cNvPr>
          <p:cNvSpPr/>
          <p:nvPr/>
        </p:nvSpPr>
        <p:spPr>
          <a:xfrm>
            <a:off x="164205" y="4899257"/>
            <a:ext cx="4398745" cy="183361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В результате пяти недель работы мы получили </a:t>
            </a: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рабочий прототип когнитивного теста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, написанный на языке Python с </a:t>
            </a:r>
            <a:r>
              <a:rPr lang="ru-RU" i="0" dirty="0">
                <a:solidFill>
                  <a:schemeClr val="tx1"/>
                </a:solidFill>
                <a:effectLst/>
                <a:latin typeface="quote-cjk-patch"/>
              </a:rPr>
              <a:t>использованием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 библиотек </a:t>
            </a:r>
            <a:r>
              <a:rPr lang="ru-RU" b="1" i="0" dirty="0" err="1">
                <a:solidFill>
                  <a:schemeClr val="tx1"/>
                </a:solidFill>
                <a:effectLst/>
                <a:latin typeface="quote-cjk-patch"/>
              </a:rPr>
              <a:t>Pygame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(игровая механика) и </a:t>
            </a:r>
            <a:r>
              <a:rPr lang="ru-RU" b="1" i="0" dirty="0" err="1">
                <a:solidFill>
                  <a:schemeClr val="tx1"/>
                </a:solidFill>
                <a:effectLst/>
                <a:latin typeface="quote-cjk-patch"/>
              </a:rPr>
              <a:t>Pandas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(анализ данных и расчёт результатов).</a:t>
            </a:r>
            <a:endParaRPr lang="ru-KZ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9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F930DC-9D96-42F0-B10B-D6A045949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811" y="2766218"/>
            <a:ext cx="5476946" cy="1325563"/>
          </a:xfrm>
        </p:spPr>
        <p:txBody>
          <a:bodyPr/>
          <a:lstStyle/>
          <a:p>
            <a:r>
              <a:rPr lang="ru-RU" dirty="0"/>
              <a:t>Спасибо за внимание!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1207696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2591</TotalTime>
  <Words>385</Words>
  <Application>Microsoft Office PowerPoint</Application>
  <PresentationFormat>Широкоэкранный</PresentationFormat>
  <Paragraphs>59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quote-cjk-patch</vt:lpstr>
      <vt:lpstr>Roboto</vt:lpstr>
      <vt:lpstr>Тема Office</vt:lpstr>
      <vt:lpstr>Проект: »МемоКвик»</vt:lpstr>
      <vt:lpstr>Анализ</vt:lpstr>
      <vt:lpstr>Решение</vt:lpstr>
      <vt:lpstr>Решение</vt:lpstr>
      <vt:lpstr>Решение </vt:lpstr>
      <vt:lpstr>Презентация PowerPoint</vt:lpstr>
      <vt:lpstr>Презентация PowerPoint</vt:lpstr>
      <vt:lpstr>Заключение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Gordey I</dc:creator>
  <cp:lastModifiedBy>Gordey I</cp:lastModifiedBy>
  <cp:revision>20</cp:revision>
  <dcterms:created xsi:type="dcterms:W3CDTF">2026-04-07T23:55:33Z</dcterms:created>
  <dcterms:modified xsi:type="dcterms:W3CDTF">2026-04-22T01:00:01Z</dcterms:modified>
</cp:coreProperties>
</file>